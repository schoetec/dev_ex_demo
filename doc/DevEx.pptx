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8" r:id="rId4"/>
    <p:sldId id="257" r:id="rId5"/>
    <p:sldId id="261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72" r:id="rId17"/>
    <p:sldId id="271" r:id="rId18"/>
    <p:sldId id="269" r:id="rId19"/>
    <p:sldId id="273" r:id="rId20"/>
    <p:sldId id="281" r:id="rId21"/>
    <p:sldId id="280" r:id="rId22"/>
    <p:sldId id="270" r:id="rId23"/>
    <p:sldId id="275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EAD50-6A5B-477B-AB00-C3DC8927E1F3}" v="50" dt="2026-10-14T07:20:28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88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 Schoeters" userId="4458b53d71144757" providerId="LiveId" clId="{951D8ACB-C79C-574C-B581-D52B59942FFE}"/>
    <pc:docChg chg="modSld sldOrd">
      <pc:chgData name="Kris Schoeters" userId="4458b53d71144757" providerId="LiveId" clId="{951D8ACB-C79C-574C-B581-D52B59942FFE}" dt="2026-10-12T12:09:59.051" v="84" actId="20577"/>
      <pc:docMkLst>
        <pc:docMk/>
      </pc:docMkLst>
      <pc:sldChg chg="modSp mod">
        <pc:chgData name="Kris Schoeters" userId="4458b53d71144757" providerId="LiveId" clId="{951D8ACB-C79C-574C-B581-D52B59942FFE}" dt="2026-10-12T12:09:59.051" v="84" actId="20577"/>
        <pc:sldMkLst>
          <pc:docMk/>
          <pc:sldMk cId="1410110794" sldId="262"/>
        </pc:sldMkLst>
        <pc:spChg chg="mod">
          <ac:chgData name="Kris Schoeters" userId="4458b53d71144757" providerId="LiveId" clId="{951D8ACB-C79C-574C-B581-D52B59942FFE}" dt="2026-10-12T12:09:59.051" v="84" actId="20577"/>
          <ac:spMkLst>
            <pc:docMk/>
            <pc:sldMk cId="1410110794" sldId="262"/>
            <ac:spMk id="10" creationId="{E2D357AE-8FB0-C43B-B360-CFB164310F31}"/>
          </ac:spMkLst>
        </pc:spChg>
      </pc:sldChg>
      <pc:sldChg chg="ord">
        <pc:chgData name="Kris Schoeters" userId="4458b53d71144757" providerId="LiveId" clId="{951D8ACB-C79C-574C-B581-D52B59942FFE}" dt="2026-10-12T12:00:15.456" v="83" actId="20578"/>
        <pc:sldMkLst>
          <pc:docMk/>
          <pc:sldMk cId="1415412661" sldId="271"/>
        </pc:sldMkLst>
      </pc:sldChg>
      <pc:sldChg chg="addSp modSp mod">
        <pc:chgData name="Kris Schoeters" userId="4458b53d71144757" providerId="LiveId" clId="{951D8ACB-C79C-574C-B581-D52B59942FFE}" dt="2026-10-12T11:51:04.049" v="26" actId="14100"/>
        <pc:sldMkLst>
          <pc:docMk/>
          <pc:sldMk cId="4098518867" sldId="275"/>
        </pc:sldMkLst>
        <pc:spChg chg="add mod">
          <ac:chgData name="Kris Schoeters" userId="4458b53d71144757" providerId="LiveId" clId="{951D8ACB-C79C-574C-B581-D52B59942FFE}" dt="2026-10-12T11:51:04.049" v="26" actId="14100"/>
          <ac:spMkLst>
            <pc:docMk/>
            <pc:sldMk cId="4098518867" sldId="275"/>
            <ac:spMk id="8" creationId="{AC92E4D5-C331-572F-9A37-CFAEDB6DE749}"/>
          </ac:spMkLst>
        </pc:spChg>
      </pc:sldChg>
      <pc:sldChg chg="modSp mod">
        <pc:chgData name="Kris Schoeters" userId="4458b53d71144757" providerId="LiveId" clId="{951D8ACB-C79C-574C-B581-D52B59942FFE}" dt="2026-10-12T11:53:04.014" v="82" actId="20577"/>
        <pc:sldMkLst>
          <pc:docMk/>
          <pc:sldMk cId="4173095819" sldId="278"/>
        </pc:sldMkLst>
        <pc:spChg chg="mod">
          <ac:chgData name="Kris Schoeters" userId="4458b53d71144757" providerId="LiveId" clId="{951D8ACB-C79C-574C-B581-D52B59942FFE}" dt="2026-10-12T11:53:04.014" v="82" actId="20577"/>
          <ac:spMkLst>
            <pc:docMk/>
            <pc:sldMk cId="4173095819" sldId="278"/>
            <ac:spMk id="4" creationId="{8E02E60A-6122-EDFC-2ED9-AF7E6CD79FBE}"/>
          </ac:spMkLst>
        </pc:spChg>
      </pc:sldChg>
      <pc:sldChg chg="addSp modSp mod">
        <pc:chgData name="Kris Schoeters" userId="4458b53d71144757" providerId="LiveId" clId="{951D8ACB-C79C-574C-B581-D52B59942FFE}" dt="2026-10-12T11:43:23.460" v="21" actId="1076"/>
        <pc:sldMkLst>
          <pc:docMk/>
          <pc:sldMk cId="4167273189" sldId="281"/>
        </pc:sldMkLst>
        <pc:spChg chg="add mod">
          <ac:chgData name="Kris Schoeters" userId="4458b53d71144757" providerId="LiveId" clId="{951D8ACB-C79C-574C-B581-D52B59942FFE}" dt="2026-10-12T11:42:10.907" v="19" actId="1076"/>
          <ac:spMkLst>
            <pc:docMk/>
            <pc:sldMk cId="4167273189" sldId="281"/>
            <ac:spMk id="5" creationId="{85D5A949-163C-38A7-259D-65F111A52945}"/>
          </ac:spMkLst>
        </pc:spChg>
        <pc:spChg chg="add mod">
          <ac:chgData name="Kris Schoeters" userId="4458b53d71144757" providerId="LiveId" clId="{951D8ACB-C79C-574C-B581-D52B59942FFE}" dt="2026-10-12T11:43:23.460" v="21" actId="1076"/>
          <ac:spMkLst>
            <pc:docMk/>
            <pc:sldMk cId="4167273189" sldId="281"/>
            <ac:spMk id="9" creationId="{7642AFFA-DDAB-4FE5-D1EA-AB85AA13BAE0}"/>
          </ac:spMkLst>
        </pc:spChg>
      </pc:sldChg>
    </pc:docChg>
  </pc:docChgLst>
  <pc:docChgLst>
    <pc:chgData name="Kris Schoeters" userId="4458b53d71144757" providerId="LiveId" clId="{20B4FF35-94E4-4063-8D67-6F2B82674C26}"/>
    <pc:docChg chg="custSel addSld modSld modMainMaster">
      <pc:chgData name="Kris Schoeters" userId="4458b53d71144757" providerId="LiveId" clId="{20B4FF35-94E4-4063-8D67-6F2B82674C26}" dt="2026-10-14T07:21:42.575" v="445" actId="313"/>
      <pc:docMkLst>
        <pc:docMk/>
      </pc:docMkLst>
      <pc:sldChg chg="setBg">
        <pc:chgData name="Kris Schoeters" userId="4458b53d71144757" providerId="LiveId" clId="{20B4FF35-94E4-4063-8D67-6F2B82674C26}" dt="2026-10-11T12:58:26.880" v="6"/>
        <pc:sldMkLst>
          <pc:docMk/>
          <pc:sldMk cId="3777873297" sldId="256"/>
        </pc:sldMkLst>
      </pc:sldChg>
      <pc:sldChg chg="addSp delSp modSp mod setBg">
        <pc:chgData name="Kris Schoeters" userId="4458b53d71144757" providerId="LiveId" clId="{20B4FF35-94E4-4063-8D67-6F2B82674C26}" dt="2026-10-12T18:46:15.998" v="127" actId="27614"/>
        <pc:sldMkLst>
          <pc:docMk/>
          <pc:sldMk cId="2264971444" sldId="257"/>
        </pc:sldMkLst>
        <pc:picChg chg="add mod">
          <ac:chgData name="Kris Schoeters" userId="4458b53d71144757" providerId="LiveId" clId="{20B4FF35-94E4-4063-8D67-6F2B82674C26}" dt="2026-10-12T18:46:15.998" v="127" actId="27614"/>
          <ac:picMkLst>
            <pc:docMk/>
            <pc:sldMk cId="2264971444" sldId="257"/>
            <ac:picMk id="3" creationId="{FAE30B0F-CB3D-CB1B-873E-9B8A3A302CE2}"/>
          </ac:picMkLst>
        </pc:picChg>
      </pc:sldChg>
      <pc:sldChg chg="addSp modSp mod setBg">
        <pc:chgData name="Kris Schoeters" userId="4458b53d71144757" providerId="LiveId" clId="{20B4FF35-94E4-4063-8D67-6F2B82674C26}" dt="2026-10-12T18:42:11.694" v="123" actId="14100"/>
        <pc:sldMkLst>
          <pc:docMk/>
          <pc:sldMk cId="3907006364" sldId="258"/>
        </pc:sldMkLst>
        <pc:spChg chg="add mod">
          <ac:chgData name="Kris Schoeters" userId="4458b53d71144757" providerId="LiveId" clId="{20B4FF35-94E4-4063-8D67-6F2B82674C26}" dt="2026-10-12T18:42:11.694" v="123" actId="14100"/>
          <ac:spMkLst>
            <pc:docMk/>
            <pc:sldMk cId="3907006364" sldId="258"/>
            <ac:spMk id="3" creationId="{41D3AE57-9034-9312-49DA-C9C7335BB312}"/>
          </ac:spMkLst>
        </pc:spChg>
      </pc:sldChg>
      <pc:sldChg chg="addSp modSp mod setBg">
        <pc:chgData name="Kris Schoeters" userId="4458b53d71144757" providerId="LiveId" clId="{20B4FF35-94E4-4063-8D67-6F2B82674C26}" dt="2026-10-14T07:16:26.749" v="148" actId="20577"/>
        <pc:sldMkLst>
          <pc:docMk/>
          <pc:sldMk cId="3735711970" sldId="259"/>
        </pc:sldMkLst>
        <pc:spChg chg="add mod">
          <ac:chgData name="Kris Schoeters" userId="4458b53d71144757" providerId="LiveId" clId="{20B4FF35-94E4-4063-8D67-6F2B82674C26}" dt="2026-10-14T07:16:26.749" v="148" actId="20577"/>
          <ac:spMkLst>
            <pc:docMk/>
            <pc:sldMk cId="3735711970" sldId="259"/>
            <ac:spMk id="6" creationId="{8AF3F5CB-D396-43BD-12E2-0D2AB88E4E8F}"/>
          </ac:spMkLst>
        </pc:spChg>
        <pc:spChg chg="add mod">
          <ac:chgData name="Kris Schoeters" userId="4458b53d71144757" providerId="LiveId" clId="{20B4FF35-94E4-4063-8D67-6F2B82674C26}" dt="2026-10-11T13:08:21.475" v="13" actId="767"/>
          <ac:spMkLst>
            <pc:docMk/>
            <pc:sldMk cId="3735711970" sldId="259"/>
            <ac:spMk id="7" creationId="{9D5C1D27-9757-AEA8-8EFE-75222A262113}"/>
          </ac:spMkLst>
        </pc:spChg>
      </pc:sldChg>
      <pc:sldChg chg="addSp modSp mod">
        <pc:chgData name="Kris Schoeters" userId="4458b53d71144757" providerId="LiveId" clId="{20B4FF35-94E4-4063-8D67-6F2B82674C26}" dt="2026-10-14T07:19:16.493" v="330" actId="207"/>
        <pc:sldMkLst>
          <pc:docMk/>
          <pc:sldMk cId="4010670980" sldId="260"/>
        </pc:sldMkLst>
        <pc:spChg chg="add mod">
          <ac:chgData name="Kris Schoeters" userId="4458b53d71144757" providerId="LiveId" clId="{20B4FF35-94E4-4063-8D67-6F2B82674C26}" dt="2026-10-14T07:19:16.493" v="330" actId="207"/>
          <ac:spMkLst>
            <pc:docMk/>
            <pc:sldMk cId="4010670980" sldId="260"/>
            <ac:spMk id="2" creationId="{0DE0A05F-75B8-B6E7-BA83-F705722EB186}"/>
          </ac:spMkLst>
        </pc:spChg>
      </pc:sldChg>
      <pc:sldChg chg="addSp delSp modSp">
        <pc:chgData name="Kris Schoeters" userId="4458b53d71144757" providerId="LiveId" clId="{20B4FF35-94E4-4063-8D67-6F2B82674C26}" dt="2026-10-11T13:00:17.093" v="11" actId="767"/>
        <pc:sldMkLst>
          <pc:docMk/>
          <pc:sldMk cId="508795693" sldId="261"/>
        </pc:sldMkLst>
        <pc:spChg chg="add mod">
          <ac:chgData name="Kris Schoeters" userId="4458b53d71144757" providerId="LiveId" clId="{20B4FF35-94E4-4063-8D67-6F2B82674C26}" dt="2026-10-11T13:00:17.093" v="11" actId="767"/>
          <ac:spMkLst>
            <pc:docMk/>
            <pc:sldMk cId="508795693" sldId="261"/>
            <ac:spMk id="5" creationId="{98FE5643-141F-2981-B691-F62C5AC990E9}"/>
          </ac:spMkLst>
        </pc:spChg>
      </pc:sldChg>
      <pc:sldChg chg="addSp modSp">
        <pc:chgData name="Kris Schoeters" userId="4458b53d71144757" providerId="LiveId" clId="{20B4FF35-94E4-4063-8D67-6F2B82674C26}" dt="2026-10-11T13:26:20.407" v="14" actId="767"/>
        <pc:sldMkLst>
          <pc:docMk/>
          <pc:sldMk cId="1410110794" sldId="262"/>
        </pc:sldMkLst>
        <pc:spChg chg="add mod">
          <ac:chgData name="Kris Schoeters" userId="4458b53d71144757" providerId="LiveId" clId="{20B4FF35-94E4-4063-8D67-6F2B82674C26}" dt="2026-10-11T13:26:20.407" v="14" actId="767"/>
          <ac:spMkLst>
            <pc:docMk/>
            <pc:sldMk cId="1410110794" sldId="262"/>
            <ac:spMk id="4" creationId="{9BF7B791-C2F4-CA72-D3AF-E53D469B3CB4}"/>
          </ac:spMkLst>
        </pc:spChg>
      </pc:sldChg>
      <pc:sldChg chg="addSp modSp">
        <pc:chgData name="Kris Schoeters" userId="4458b53d71144757" providerId="LiveId" clId="{20B4FF35-94E4-4063-8D67-6F2B82674C26}" dt="2026-10-11T13:48:29.116" v="17"/>
        <pc:sldMkLst>
          <pc:docMk/>
          <pc:sldMk cId="963647501" sldId="263"/>
        </pc:sldMkLst>
        <pc:spChg chg="add mod">
          <ac:chgData name="Kris Schoeters" userId="4458b53d71144757" providerId="LiveId" clId="{20B4FF35-94E4-4063-8D67-6F2B82674C26}" dt="2026-10-11T13:37:00.042" v="15" actId="767"/>
          <ac:spMkLst>
            <pc:docMk/>
            <pc:sldMk cId="963647501" sldId="263"/>
            <ac:spMk id="3" creationId="{D3F64747-E6B5-4152-3856-3F21ADD9600A}"/>
          </ac:spMkLst>
        </pc:spChg>
        <pc:spChg chg="add mod">
          <ac:chgData name="Kris Schoeters" userId="4458b53d71144757" providerId="LiveId" clId="{20B4FF35-94E4-4063-8D67-6F2B82674C26}" dt="2026-10-11T13:41:04.618" v="16" actId="767"/>
          <ac:spMkLst>
            <pc:docMk/>
            <pc:sldMk cId="963647501" sldId="263"/>
            <ac:spMk id="8" creationId="{0A205017-98F5-D654-825E-35FF52F76111}"/>
          </ac:spMkLst>
        </pc:spChg>
        <pc:spChg chg="mod">
          <ac:chgData name="Kris Schoeters" userId="4458b53d71144757" providerId="LiveId" clId="{20B4FF35-94E4-4063-8D67-6F2B82674C26}" dt="2026-10-11T13:48:29.116" v="17"/>
          <ac:spMkLst>
            <pc:docMk/>
            <pc:sldMk cId="963647501" sldId="263"/>
            <ac:spMk id="10" creationId="{C9D45FAA-52C1-D181-A78E-5E1F439F2AD1}"/>
          </ac:spMkLst>
        </pc:spChg>
      </pc:sldChg>
      <pc:sldChg chg="addSp modSp">
        <pc:chgData name="Kris Schoeters" userId="4458b53d71144757" providerId="LiveId" clId="{20B4FF35-94E4-4063-8D67-6F2B82674C26}" dt="2026-10-11T14:06:41.604" v="19" actId="767"/>
        <pc:sldMkLst>
          <pc:docMk/>
          <pc:sldMk cId="1959884383" sldId="264"/>
        </pc:sldMkLst>
        <pc:spChg chg="add mod">
          <ac:chgData name="Kris Schoeters" userId="4458b53d71144757" providerId="LiveId" clId="{20B4FF35-94E4-4063-8D67-6F2B82674C26}" dt="2026-10-11T14:06:41.604" v="19" actId="767"/>
          <ac:spMkLst>
            <pc:docMk/>
            <pc:sldMk cId="1959884383" sldId="264"/>
            <ac:spMk id="4" creationId="{1FB9190F-CB56-8F1B-8FB2-CB4D0656793A}"/>
          </ac:spMkLst>
        </pc:spChg>
      </pc:sldChg>
      <pc:sldChg chg="addSp modSp">
        <pc:chgData name="Kris Schoeters" userId="4458b53d71144757" providerId="LiveId" clId="{20B4FF35-94E4-4063-8D67-6F2B82674C26}" dt="2026-10-11T14:06:07.919" v="18" actId="767"/>
        <pc:sldMkLst>
          <pc:docMk/>
          <pc:sldMk cId="3204168859" sldId="265"/>
        </pc:sldMkLst>
        <pc:spChg chg="add mod">
          <ac:chgData name="Kris Schoeters" userId="4458b53d71144757" providerId="LiveId" clId="{20B4FF35-94E4-4063-8D67-6F2B82674C26}" dt="2026-10-11T14:06:07.919" v="18" actId="767"/>
          <ac:spMkLst>
            <pc:docMk/>
            <pc:sldMk cId="3204168859" sldId="265"/>
            <ac:spMk id="4" creationId="{C7ED3B5A-1E10-B0C3-7658-F7E12712AB34}"/>
          </ac:spMkLst>
        </pc:spChg>
      </pc:sldChg>
      <pc:sldChg chg="addSp modSp mod">
        <pc:chgData name="Kris Schoeters" userId="4458b53d71144757" providerId="LiveId" clId="{20B4FF35-94E4-4063-8D67-6F2B82674C26}" dt="2026-10-12T19:23:56.135" v="146" actId="1076"/>
        <pc:sldMkLst>
          <pc:docMk/>
          <pc:sldMk cId="993522677" sldId="269"/>
        </pc:sldMkLst>
        <pc:spChg chg="add mod">
          <ac:chgData name="Kris Schoeters" userId="4458b53d71144757" providerId="LiveId" clId="{20B4FF35-94E4-4063-8D67-6F2B82674C26}" dt="2026-10-11T14:12:14.616" v="20" actId="767"/>
          <ac:spMkLst>
            <pc:docMk/>
            <pc:sldMk cId="993522677" sldId="269"/>
            <ac:spMk id="2" creationId="{F6771990-5A3B-9F12-FFE7-EE5A35196C89}"/>
          </ac:spMkLst>
        </pc:spChg>
        <pc:spChg chg="add mod">
          <ac:chgData name="Kris Schoeters" userId="4458b53d71144757" providerId="LiveId" clId="{20B4FF35-94E4-4063-8D67-6F2B82674C26}" dt="2026-10-12T19:23:13.084" v="144" actId="1076"/>
          <ac:spMkLst>
            <pc:docMk/>
            <pc:sldMk cId="993522677" sldId="269"/>
            <ac:spMk id="3" creationId="{79F918F0-7870-4D47-0301-10D3D5DDB519}"/>
          </ac:spMkLst>
        </pc:spChg>
        <pc:spChg chg="add mod">
          <ac:chgData name="Kris Schoeters" userId="4458b53d71144757" providerId="LiveId" clId="{20B4FF35-94E4-4063-8D67-6F2B82674C26}" dt="2026-10-12T19:23:56.135" v="146" actId="1076"/>
          <ac:spMkLst>
            <pc:docMk/>
            <pc:sldMk cId="993522677" sldId="269"/>
            <ac:spMk id="4" creationId="{1549C188-417E-27D2-7896-34F5DD8DAAE8}"/>
          </ac:spMkLst>
        </pc:spChg>
      </pc:sldChg>
      <pc:sldChg chg="addSp modSp mod">
        <pc:chgData name="Kris Schoeters" userId="4458b53d71144757" providerId="LiveId" clId="{20B4FF35-94E4-4063-8D67-6F2B82674C26}" dt="2026-10-14T07:21:42.575" v="445" actId="313"/>
        <pc:sldMkLst>
          <pc:docMk/>
          <pc:sldMk cId="3777450370" sldId="270"/>
        </pc:sldMkLst>
        <pc:spChg chg="add mod">
          <ac:chgData name="Kris Schoeters" userId="4458b53d71144757" providerId="LiveId" clId="{20B4FF35-94E4-4063-8D67-6F2B82674C26}" dt="2026-10-14T07:20:15.287" v="335" actId="20577"/>
          <ac:spMkLst>
            <pc:docMk/>
            <pc:sldMk cId="3777450370" sldId="270"/>
            <ac:spMk id="3" creationId="{A00A44CA-5F38-E3D9-C3A4-9B1EDD578B98}"/>
          </ac:spMkLst>
        </pc:spChg>
        <pc:spChg chg="add mod">
          <ac:chgData name="Kris Schoeters" userId="4458b53d71144757" providerId="LiveId" clId="{20B4FF35-94E4-4063-8D67-6F2B82674C26}" dt="2026-10-14T07:21:42.575" v="445" actId="313"/>
          <ac:spMkLst>
            <pc:docMk/>
            <pc:sldMk cId="3777450370" sldId="270"/>
            <ac:spMk id="4" creationId="{ABD98D0D-478A-91D3-9BE5-840E9C2DEA93}"/>
          </ac:spMkLst>
        </pc:spChg>
        <pc:picChg chg="add">
          <ac:chgData name="Kris Schoeters" userId="4458b53d71144757" providerId="LiveId" clId="{20B4FF35-94E4-4063-8D67-6F2B82674C26}" dt="2026-10-11T14:18:03.847" v="21"/>
          <ac:picMkLst>
            <pc:docMk/>
            <pc:sldMk cId="3777450370" sldId="270"/>
            <ac:picMk id="2" creationId="{FB5F4D54-2053-1CB3-06E7-63C8A75BD3BA}"/>
          </ac:picMkLst>
        </pc:picChg>
        <pc:picChg chg="mod">
          <ac:chgData name="Kris Schoeters" userId="4458b53d71144757" providerId="LiveId" clId="{20B4FF35-94E4-4063-8D67-6F2B82674C26}" dt="2026-10-14T07:20:24.297" v="336" actId="1076"/>
          <ac:picMkLst>
            <pc:docMk/>
            <pc:sldMk cId="3777450370" sldId="270"/>
            <ac:picMk id="5" creationId="{9A9BF0D2-03D8-E1AC-4231-076D29939BCE}"/>
          </ac:picMkLst>
        </pc:picChg>
      </pc:sldChg>
      <pc:sldChg chg="addSp modSp mod">
        <pc:chgData name="Kris Schoeters" userId="4458b53d71144757" providerId="LiveId" clId="{20B4FF35-94E4-4063-8D67-6F2B82674C26}" dt="2026-10-14T07:19:57.741" v="331" actId="1076"/>
        <pc:sldMkLst>
          <pc:docMk/>
          <pc:sldMk cId="1415412661" sldId="271"/>
        </pc:sldMkLst>
        <pc:spChg chg="add mod">
          <ac:chgData name="Kris Schoeters" userId="4458b53d71144757" providerId="LiveId" clId="{20B4FF35-94E4-4063-8D67-6F2B82674C26}" dt="2026-10-11T14:18:38.955" v="22" actId="767"/>
          <ac:spMkLst>
            <pc:docMk/>
            <pc:sldMk cId="1415412661" sldId="271"/>
            <ac:spMk id="2" creationId="{CC61C6CA-CEE5-74C4-6E36-B5D42C7FE907}"/>
          </ac:spMkLst>
        </pc:spChg>
        <pc:spChg chg="add mod">
          <ac:chgData name="Kris Schoeters" userId="4458b53d71144757" providerId="LiveId" clId="{20B4FF35-94E4-4063-8D67-6F2B82674C26}" dt="2026-10-14T07:19:57.741" v="331" actId="1076"/>
          <ac:spMkLst>
            <pc:docMk/>
            <pc:sldMk cId="1415412661" sldId="271"/>
            <ac:spMk id="7" creationId="{F989FB6D-05A0-63B1-EBF5-4FC1F1E5712D}"/>
          </ac:spMkLst>
        </pc:spChg>
      </pc:sldChg>
      <pc:sldChg chg="add">
        <pc:chgData name="Kris Schoeters" userId="4458b53d71144757" providerId="LiveId" clId="{20B4FF35-94E4-4063-8D67-6F2B82674C26}" dt="2026-10-11T14:20:53.468" v="23"/>
        <pc:sldMkLst>
          <pc:docMk/>
          <pc:sldMk cId="2366596619" sldId="272"/>
        </pc:sldMkLst>
      </pc:sldChg>
      <pc:sldChg chg="addSp modSp">
        <pc:chgData name="Kris Schoeters" userId="4458b53d71144757" providerId="LiveId" clId="{20B4FF35-94E4-4063-8D67-6F2B82674C26}" dt="2026-10-11T14:28:27.908" v="25" actId="767"/>
        <pc:sldMkLst>
          <pc:docMk/>
          <pc:sldMk cId="3010060512" sldId="273"/>
        </pc:sldMkLst>
        <pc:spChg chg="add mod">
          <ac:chgData name="Kris Schoeters" userId="4458b53d71144757" providerId="LiveId" clId="{20B4FF35-94E4-4063-8D67-6F2B82674C26}" dt="2026-10-11T14:28:14.407" v="24" actId="767"/>
          <ac:spMkLst>
            <pc:docMk/>
            <pc:sldMk cId="3010060512" sldId="273"/>
            <ac:spMk id="2" creationId="{7A6E684A-7134-CEA4-A101-3254E3C0AADE}"/>
          </ac:spMkLst>
        </pc:spChg>
        <pc:spChg chg="add mod">
          <ac:chgData name="Kris Schoeters" userId="4458b53d71144757" providerId="LiveId" clId="{20B4FF35-94E4-4063-8D67-6F2B82674C26}" dt="2026-10-11T14:28:27.908" v="25" actId="767"/>
          <ac:spMkLst>
            <pc:docMk/>
            <pc:sldMk cId="3010060512" sldId="273"/>
            <ac:spMk id="3" creationId="{70C7C685-B80A-5CC4-5D46-43437F83B1AD}"/>
          </ac:spMkLst>
        </pc:spChg>
      </pc:sldChg>
      <pc:sldChg chg="addSp modSp">
        <pc:chgData name="Kris Schoeters" userId="4458b53d71144757" providerId="LiveId" clId="{20B4FF35-94E4-4063-8D67-6F2B82674C26}" dt="2026-10-11T14:57:40.058" v="37"/>
        <pc:sldMkLst>
          <pc:docMk/>
          <pc:sldMk cId="2860806905" sldId="274"/>
        </pc:sldMkLst>
        <pc:spChg chg="add mod">
          <ac:chgData name="Kris Schoeters" userId="4458b53d71144757" providerId="LiveId" clId="{20B4FF35-94E4-4063-8D67-6F2B82674C26}" dt="2026-10-11T14:57:40.058" v="37"/>
          <ac:spMkLst>
            <pc:docMk/>
            <pc:sldMk cId="2860806905" sldId="274"/>
            <ac:spMk id="2" creationId="{886AC539-EB80-D4C8-2075-32BBF3AAD2A9}"/>
          </ac:spMkLst>
        </pc:spChg>
        <pc:spChg chg="add mod">
          <ac:chgData name="Kris Schoeters" userId="4458b53d71144757" providerId="LiveId" clId="{20B4FF35-94E4-4063-8D67-6F2B82674C26}" dt="2026-10-11T14:33:31.140" v="28" actId="767"/>
          <ac:spMkLst>
            <pc:docMk/>
            <pc:sldMk cId="2860806905" sldId="274"/>
            <ac:spMk id="5" creationId="{FE87B949-CA58-0623-ED0E-CF38E60B6F9A}"/>
          </ac:spMkLst>
        </pc:spChg>
      </pc:sldChg>
      <pc:sldChg chg="addSp modSp">
        <pc:chgData name="Kris Schoeters" userId="4458b53d71144757" providerId="LiveId" clId="{20B4FF35-94E4-4063-8D67-6F2B82674C26}" dt="2026-10-11T20:06:56.817" v="51" actId="767"/>
        <pc:sldMkLst>
          <pc:docMk/>
          <pc:sldMk cId="4098518867" sldId="275"/>
        </pc:sldMkLst>
        <pc:spChg chg="add mod">
          <ac:chgData name="Kris Schoeters" userId="4458b53d71144757" providerId="LiveId" clId="{20B4FF35-94E4-4063-8D67-6F2B82674C26}" dt="2026-10-11T14:55:45.830" v="32" actId="767"/>
          <ac:spMkLst>
            <pc:docMk/>
            <pc:sldMk cId="4098518867" sldId="275"/>
            <ac:spMk id="2" creationId="{F9CB8A18-872F-F3BA-D519-44017A5049E2}"/>
          </ac:spMkLst>
        </pc:spChg>
        <pc:spChg chg="add mod">
          <ac:chgData name="Kris Schoeters" userId="4458b53d71144757" providerId="LiveId" clId="{20B4FF35-94E4-4063-8D67-6F2B82674C26}" dt="2026-10-11T14:56:03.411" v="33" actId="767"/>
          <ac:spMkLst>
            <pc:docMk/>
            <pc:sldMk cId="4098518867" sldId="275"/>
            <ac:spMk id="3" creationId="{3754B8EF-FD62-6436-74D1-C15375133164}"/>
          </ac:spMkLst>
        </pc:spChg>
        <pc:spChg chg="add mod">
          <ac:chgData name="Kris Schoeters" userId="4458b53d71144757" providerId="LiveId" clId="{20B4FF35-94E4-4063-8D67-6F2B82674C26}" dt="2026-10-11T20:06:47.351" v="50" actId="767"/>
          <ac:spMkLst>
            <pc:docMk/>
            <pc:sldMk cId="4098518867" sldId="275"/>
            <ac:spMk id="12" creationId="{BDB69EC6-62CE-B5C5-DB6C-BAF8E045BE9A}"/>
          </ac:spMkLst>
        </pc:spChg>
        <pc:spChg chg="add mod">
          <ac:chgData name="Kris Schoeters" userId="4458b53d71144757" providerId="LiveId" clId="{20B4FF35-94E4-4063-8D67-6F2B82674C26}" dt="2026-10-11T20:06:56.817" v="51" actId="767"/>
          <ac:spMkLst>
            <pc:docMk/>
            <pc:sldMk cId="4098518867" sldId="275"/>
            <ac:spMk id="13" creationId="{8BE3F287-EC7E-DAE9-0FA0-3B22A2BDDAD0}"/>
          </ac:spMkLst>
        </pc:spChg>
        <pc:picChg chg="add">
          <ac:chgData name="Kris Schoeters" userId="4458b53d71144757" providerId="LiveId" clId="{20B4FF35-94E4-4063-8D67-6F2B82674C26}" dt="2026-10-11T18:38:28.898" v="42"/>
          <ac:picMkLst>
            <pc:docMk/>
            <pc:sldMk cId="4098518867" sldId="275"/>
            <ac:picMk id="4" creationId="{CFD549A2-9517-ED0E-7408-F36A861DE410}"/>
          </ac:picMkLst>
        </pc:picChg>
        <pc:picChg chg="add">
          <ac:chgData name="Kris Schoeters" userId="4458b53d71144757" providerId="LiveId" clId="{20B4FF35-94E4-4063-8D67-6F2B82674C26}" dt="2026-10-11T18:39:10.876" v="43"/>
          <ac:picMkLst>
            <pc:docMk/>
            <pc:sldMk cId="4098518867" sldId="275"/>
            <ac:picMk id="5" creationId="{61C5B19F-8874-B437-E22A-F42F05CA42F9}"/>
          </ac:picMkLst>
        </pc:picChg>
      </pc:sldChg>
      <pc:sldChg chg="addSp modSp">
        <pc:chgData name="Kris Schoeters" userId="4458b53d71144757" providerId="LiveId" clId="{20B4FF35-94E4-4063-8D67-6F2B82674C26}" dt="2026-10-11T14:56:22.566" v="34" actId="767"/>
        <pc:sldMkLst>
          <pc:docMk/>
          <pc:sldMk cId="119118031" sldId="277"/>
        </pc:sldMkLst>
        <pc:spChg chg="add mod">
          <ac:chgData name="Kris Schoeters" userId="4458b53d71144757" providerId="LiveId" clId="{20B4FF35-94E4-4063-8D67-6F2B82674C26}" dt="2026-10-11T14:56:22.566" v="34" actId="767"/>
          <ac:spMkLst>
            <pc:docMk/>
            <pc:sldMk cId="119118031" sldId="277"/>
            <ac:spMk id="2" creationId="{15294C46-0D5F-C620-0A75-C9C8CCEB5210}"/>
          </ac:spMkLst>
        </pc:spChg>
      </pc:sldChg>
      <pc:sldChg chg="addSp modSp">
        <pc:chgData name="Kris Schoeters" userId="4458b53d71144757" providerId="LiveId" clId="{20B4FF35-94E4-4063-8D67-6F2B82674C26}" dt="2026-10-11T18:43:24.765" v="44" actId="767"/>
        <pc:sldMkLst>
          <pc:docMk/>
          <pc:sldMk cId="4173095819" sldId="278"/>
        </pc:sldMkLst>
        <pc:spChg chg="add mod">
          <ac:chgData name="Kris Schoeters" userId="4458b53d71144757" providerId="LiveId" clId="{20B4FF35-94E4-4063-8D67-6F2B82674C26}" dt="2026-10-11T18:43:24.765" v="44" actId="767"/>
          <ac:spMkLst>
            <pc:docMk/>
            <pc:sldMk cId="4173095819" sldId="278"/>
            <ac:spMk id="4" creationId="{8E02E60A-6122-EDFC-2ED9-AF7E6CD79FBE}"/>
          </ac:spMkLst>
        </pc:spChg>
        <pc:picChg chg="mod">
          <ac:chgData name="Kris Schoeters" userId="4458b53d71144757" providerId="LiveId" clId="{20B4FF35-94E4-4063-8D67-6F2B82674C26}" dt="2026-10-11T15:06:44.783" v="41" actId="962"/>
          <ac:picMkLst>
            <pc:docMk/>
            <pc:sldMk cId="4173095819" sldId="278"/>
            <ac:picMk id="3" creationId="{DC447682-4A4D-9848-190D-C2227F3B922F}"/>
          </ac:picMkLst>
        </pc:picChg>
      </pc:sldChg>
      <pc:sldChg chg="addSp modSp">
        <pc:chgData name="Kris Schoeters" userId="4458b53d71144757" providerId="LiveId" clId="{20B4FF35-94E4-4063-8D67-6F2B82674C26}" dt="2026-10-11T18:58:59.478" v="49" actId="164"/>
        <pc:sldMkLst>
          <pc:docMk/>
          <pc:sldMk cId="4167273189" sldId="281"/>
        </pc:sldMkLst>
        <pc:spChg chg="add mod">
          <ac:chgData name="Kris Schoeters" userId="4458b53d71144757" providerId="LiveId" clId="{20B4FF35-94E4-4063-8D67-6F2B82674C26}" dt="2026-10-11T18:53:49.354" v="46" actId="767"/>
          <ac:spMkLst>
            <pc:docMk/>
            <pc:sldMk cId="4167273189" sldId="281"/>
            <ac:spMk id="3" creationId="{480087D2-49F1-1F43-E09A-FFA67408A8A2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4" creationId="{8C8892E9-0DCC-3115-3A27-980A672D1D8E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6" creationId="{6320BD87-B13E-052A-0065-0A58F9023ED9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8" creationId="{1AC73729-F2BE-E965-CD01-E2919699C14F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10" creationId="{31A8D7D3-DEDE-8B33-CFCB-B596F75A5B35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12" creationId="{0ACF1961-9EE2-E152-4114-5F1E0DF23838}"/>
          </ac:spMkLst>
        </pc:spChg>
        <pc:spChg chg="add 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13" creationId="{ADE0B366-8971-71FB-AF48-B6E2E7C16C34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15" creationId="{C661091C-F878-776F-EDCD-1A5070CF1015}"/>
          </ac:spMkLst>
        </pc:spChg>
        <pc:spChg chg="mod">
          <ac:chgData name="Kris Schoeters" userId="4458b53d71144757" providerId="LiveId" clId="{20B4FF35-94E4-4063-8D67-6F2B82674C26}" dt="2026-10-11T18:58:59.478" v="49" actId="164"/>
          <ac:spMkLst>
            <pc:docMk/>
            <pc:sldMk cId="4167273189" sldId="281"/>
            <ac:spMk id="17" creationId="{4D27A9BC-07AA-CE40-339A-C81667A50D7C}"/>
          </ac:spMkLst>
        </pc:spChg>
        <pc:grpChg chg="add mod">
          <ac:chgData name="Kris Schoeters" userId="4458b53d71144757" providerId="LiveId" clId="{20B4FF35-94E4-4063-8D67-6F2B82674C26}" dt="2026-10-11T18:58:59.478" v="49" actId="164"/>
          <ac:grpSpMkLst>
            <pc:docMk/>
            <pc:sldMk cId="4167273189" sldId="281"/>
            <ac:grpSpMk id="18" creationId="{35314A26-B512-EC9C-16E3-C4CB18C5CDCE}"/>
          </ac:grpSpMkLst>
        </pc:grpChg>
        <pc:picChg chg="add mod">
          <ac:chgData name="Kris Schoeters" userId="4458b53d71144757" providerId="LiveId" clId="{20B4FF35-94E4-4063-8D67-6F2B82674C26}" dt="2026-10-11T18:58:59.478" v="49" actId="164"/>
          <ac:picMkLst>
            <pc:docMk/>
            <pc:sldMk cId="4167273189" sldId="281"/>
            <ac:picMk id="2" creationId="{4F9FEBBB-542A-6C61-FE54-E2276EACCAF9}"/>
          </ac:picMkLst>
        </pc:picChg>
      </pc:sldChg>
      <pc:sldMasterChg chg="setBg modSldLayout">
        <pc:chgData name="Kris Schoeters" userId="4458b53d71144757" providerId="LiveId" clId="{20B4FF35-94E4-4063-8D67-6F2B82674C26}" dt="2026-10-11T12:58:26.880" v="6"/>
        <pc:sldMasterMkLst>
          <pc:docMk/>
          <pc:sldMasterMk cId="2153555706" sldId="2147483648"/>
        </pc:sldMasterMkLst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4038540727" sldId="2147483649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770273999" sldId="2147483650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3096794686" sldId="2147483651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1979057584" sldId="2147483652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383929701" sldId="2147483653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2055401107" sldId="2147483654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3530587164" sldId="2147483655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2895265099" sldId="2147483656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102102792" sldId="2147483657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1141236937" sldId="2147483658"/>
          </pc:sldLayoutMkLst>
        </pc:sldLayoutChg>
        <pc:sldLayoutChg chg="setBg">
          <pc:chgData name="Kris Schoeters" userId="4458b53d71144757" providerId="LiveId" clId="{20B4FF35-94E4-4063-8D67-6F2B82674C26}" dt="2026-10-11T12:58:26.880" v="6"/>
          <pc:sldLayoutMkLst>
            <pc:docMk/>
            <pc:sldMasterMk cId="2153555706" sldId="2147483648"/>
            <pc:sldLayoutMk cId="414056302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6BFB-288F-9F1E-6208-549647E3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4A7F8-6262-2AC6-DD4D-E55CFAC9B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69A24-447F-526E-99D7-941C5848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61C81-9F7F-34D9-D10D-30C049CE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206B5-1079-A256-CC14-32E4EEA4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3854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B135-E5E5-73E4-0922-9D465873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0D6C-5757-61DF-D556-59FA034C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64185-E508-58E9-8B29-8BA2F8EC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2E813-2867-A96F-20F3-16DADAD7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AA59-D43B-5CD2-3070-7A021F71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027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249B-B28C-C7BE-0A58-B8CE1D1C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DF080-DD72-1900-0F9A-42D897BC3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3BF8A-21D3-BDBD-792B-6760D562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6154-5F01-3219-0B4A-06F2C93E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5C79E-B930-883A-8E46-5F325C20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679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6502-275D-5906-EDA0-A0A67F84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1429-186C-68C9-BDC0-099116C9C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74ECF-10F1-AE0D-15EB-5D01F207A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AE909-F5E5-5960-B4C9-1B68B12F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42D66-F0CD-5996-8FFD-6933D89C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06603-B8E7-3C9F-5419-8D285DB9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90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AFA5-B28F-6872-4EC5-4E7FAB02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AA8D8-E6D1-CDE3-FE74-BFB14E416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B0DF-D095-9437-623B-59EE0848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4548C-5A40-62D4-2F14-D49D1C827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EBAA6-13E1-E466-5A98-A176DDDD5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921E8-1952-1C6F-C1CB-443162D9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4CB01-EDC4-0DAE-60CF-7051E4E4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2F958-69D2-5CA7-BA95-73960A91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92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145B-9B97-CF7E-0E1E-1ECDF155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E648E-082A-FE92-57CD-487E48D7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E5F6F-A8FB-E5E3-9EE4-745D1768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636BD-DEFF-DB1D-1EB7-8D563459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5540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B11D9E-13F0-4AAD-2627-22BB8A91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28EE5-151E-578B-DACC-9ACF8ED7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83824-2EDE-5A7A-9395-6A43FB0A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058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DAAF-A8E9-3F4B-C49C-2CAA811D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86E0-AD20-4015-056C-4EA7B6167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44AB8-5B6E-6C94-4B8A-7D212ECFB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5B08A-83E8-4B41-AA03-2B82996C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54BF-AD5E-1382-9B1C-D3B374C5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BC7C2-4E69-53D2-C631-275D7C3B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9526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CFC4-24F2-A0C2-C2C1-781F986F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6819B-5133-B25D-C81A-3C6273BB0D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71562-965F-6884-D570-AF9F5A476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2D4C1-FDA7-01B9-F625-0CDC752A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5C9DF-89FB-654B-F1B0-B7BFEA83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DD03A-D825-9A8C-7653-466B38A0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210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9C50-E3FC-D9E7-885F-ED522FCE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2B95D-0CD4-E390-BB41-47B82CDB0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2594-5B23-FADD-255D-8F8AEABF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4A58-8E7B-A51C-342B-D86428C2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E46D-55AE-1566-3C09-0A9029E3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4123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95513-9C05-2A13-DFDC-2277B568D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45101-650D-AED2-AE64-781CC4D05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8EF5-4176-CA86-D5A5-0584AD88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7A85A-1672-F91B-F232-06862822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AFC45-8A39-E3A8-0943-7F8D919B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4056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BB8AC-2629-BF37-126A-A5E97E89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72458-E6BE-AE98-3CB3-7B918AECE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18A86-4789-0CE9-9C28-EA04F61BE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2445C-FD30-491B-9BC7-FFFC78693E58}" type="datetimeFigureOut">
              <a:rPr lang="en-BE" smtClean="0"/>
              <a:t>14/10/2026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BD6-0D3E-C011-9AC6-F9D179486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4612-7D90-435A-22BB-C4651767C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9ABE5-7A4F-484D-AC4B-AD18509E7DB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355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A9DE-4F0C-17BE-7A03-80C0771738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SDLC &amp; GenAI OR ..?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E86A4-0DCB-52D4-42E9-A0AB7C375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Kris Schoeters</a:t>
            </a:r>
          </a:p>
          <a:p>
            <a:r>
              <a:rPr lang="en-BE" dirty="0"/>
              <a:t> </a:t>
            </a:r>
            <a:r>
              <a:rPr lang="en-BE" dirty="0" err="1"/>
              <a:t>DevEx</a:t>
            </a:r>
            <a:r>
              <a:rPr lang="en-BE" dirty="0"/>
              <a:t> Assignment</a:t>
            </a:r>
          </a:p>
        </p:txBody>
      </p:sp>
    </p:spTree>
    <p:extLst>
      <p:ext uri="{BB962C8B-B14F-4D97-AF65-F5344CB8AC3E}">
        <p14:creationId xmlns:p14="http://schemas.microsoft.com/office/powerpoint/2010/main" val="377787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AC539-EB80-D4C8-2075-32BBF3AAD2A9}"/>
              </a:ext>
            </a:extLst>
          </p:cNvPr>
          <p:cNvSpPr txBox="1"/>
          <p:nvPr/>
        </p:nvSpPr>
        <p:spPr>
          <a:xfrm>
            <a:off x="1305778" y="1812576"/>
            <a:ext cx="958044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7200" dirty="0"/>
              <a:t>Stap 1: Luister &amp; </a:t>
            </a:r>
            <a:r>
              <a:rPr lang="en-BE" sz="7200" dirty="0" err="1"/>
              <a:t>Noteer</a:t>
            </a:r>
            <a:endParaRPr lang="en-BE" sz="7200" dirty="0"/>
          </a:p>
          <a:p>
            <a:r>
              <a:rPr lang="en-BE" sz="7200" dirty="0"/>
              <a:t>Stap 2: </a:t>
            </a:r>
            <a:r>
              <a:rPr lang="en-BE" sz="7200" dirty="0" err="1"/>
              <a:t>Implementeer</a:t>
            </a:r>
            <a:r>
              <a:rPr lang="en-BE" sz="7200" dirty="0"/>
              <a:t> </a:t>
            </a:r>
          </a:p>
          <a:p>
            <a:r>
              <a:rPr lang="en-BE" sz="7200" dirty="0"/>
              <a:t>               &amp; </a:t>
            </a:r>
            <a:r>
              <a:rPr lang="en-BE" sz="7200" dirty="0" err="1"/>
              <a:t>Inspireer</a:t>
            </a:r>
            <a:endParaRPr lang="en-BE" sz="7200" dirty="0"/>
          </a:p>
          <a:p>
            <a:endParaRPr lang="en-BE" sz="7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7B949-CA58-0623-ED0E-CF38E60B6F9A}"/>
              </a:ext>
            </a:extLst>
          </p:cNvPr>
          <p:cNvSpPr txBox="1"/>
          <p:nvPr/>
        </p:nvSpPr>
        <p:spPr>
          <a:xfrm>
            <a:off x="609600" y="717754"/>
            <a:ext cx="9186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 err="1"/>
              <a:t>Mijn</a:t>
            </a:r>
            <a:r>
              <a:rPr lang="en-BE" sz="2800" dirty="0"/>
              <a:t> </a:t>
            </a:r>
            <a:r>
              <a:rPr lang="en-BE" sz="2800" dirty="0" err="1"/>
              <a:t>persoonlijke</a:t>
            </a:r>
            <a:r>
              <a:rPr lang="en-BE" sz="2800" dirty="0"/>
              <a:t> </a:t>
            </a:r>
            <a:r>
              <a:rPr lang="en-BE" sz="2800" dirty="0" err="1"/>
              <a:t>methode</a:t>
            </a:r>
            <a:r>
              <a:rPr lang="en-BE" sz="2800" dirty="0"/>
              <a:t> om </a:t>
            </a:r>
            <a:r>
              <a:rPr lang="en-BE" sz="2800" dirty="0" err="1"/>
              <a:t>verandering</a:t>
            </a:r>
            <a:r>
              <a:rPr lang="en-BE" sz="2800" dirty="0"/>
              <a:t> </a:t>
            </a:r>
            <a:r>
              <a:rPr lang="en-BE" sz="2800" dirty="0" err="1"/>
              <a:t>te</a:t>
            </a:r>
            <a:r>
              <a:rPr lang="en-BE" sz="2800" dirty="0"/>
              <a:t> </a:t>
            </a:r>
            <a:r>
              <a:rPr lang="en-BE" sz="2800" dirty="0" err="1"/>
              <a:t>introduceren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86080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FE1E-1B43-EABF-0219-E7D91275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SDLC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305AF-5909-BB82-1523-57195AB4E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BE" dirty="0"/>
              <a:t>Software</a:t>
            </a:r>
          </a:p>
          <a:p>
            <a:r>
              <a:rPr lang="en-BE" dirty="0"/>
              <a:t>Development</a:t>
            </a:r>
          </a:p>
          <a:p>
            <a:r>
              <a:rPr lang="en-BE" dirty="0"/>
              <a:t>Life</a:t>
            </a:r>
          </a:p>
          <a:p>
            <a:r>
              <a:rPr lang="en-BE" dirty="0"/>
              <a:t>Cycle</a:t>
            </a:r>
          </a:p>
        </p:txBody>
      </p:sp>
      <p:pic>
        <p:nvPicPr>
          <p:cNvPr id="14" name="Picture 13" descr="The image illustrates a software development life cycle, detailing key activities such as planning, analysis, design, coding, testing, deployment, and maintenance, each with their respective deliverables.&#10;&#10;AI-generated content may be incorrect.">
            <a:extLst>
              <a:ext uri="{FF2B5EF4-FFF2-40B4-BE49-F238E27FC236}">
                <a16:creationId xmlns:a16="http://schemas.microsoft.com/office/drawing/2014/main" id="{0B3BCC85-F6B6-3E37-672B-DCE561A65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802" y="0"/>
            <a:ext cx="7294198" cy="6858000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4435A7EB-A666-8DD3-88A9-B2712CD16B85}"/>
              </a:ext>
            </a:extLst>
          </p:cNvPr>
          <p:cNvSpPr/>
          <p:nvPr/>
        </p:nvSpPr>
        <p:spPr>
          <a:xfrm>
            <a:off x="4371278" y="3429000"/>
            <a:ext cx="245327" cy="26484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5AC2CEA1-B28D-9B05-32B1-EAABECB1D44A}"/>
              </a:ext>
            </a:extLst>
          </p:cNvPr>
          <p:cNvSpPr/>
          <p:nvPr/>
        </p:nvSpPr>
        <p:spPr>
          <a:xfrm>
            <a:off x="4376793" y="628185"/>
            <a:ext cx="245327" cy="26484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24C021BF-C5B8-9275-5476-E01AF0FB6B76}"/>
              </a:ext>
            </a:extLst>
          </p:cNvPr>
          <p:cNvSpPr/>
          <p:nvPr/>
        </p:nvSpPr>
        <p:spPr>
          <a:xfrm>
            <a:off x="4417741" y="6132331"/>
            <a:ext cx="152400" cy="53693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D3AE57-9034-9312-49DA-C9C7335BB312}"/>
              </a:ext>
            </a:extLst>
          </p:cNvPr>
          <p:cNvSpPr/>
          <p:nvPr/>
        </p:nvSpPr>
        <p:spPr>
          <a:xfrm>
            <a:off x="4897802" y="3429000"/>
            <a:ext cx="7294198" cy="2648415"/>
          </a:xfrm>
          <a:prstGeom prst="rect">
            <a:avLst/>
          </a:prstGeom>
          <a:solidFill>
            <a:schemeClr val="accent6">
              <a:lumMod val="40000"/>
              <a:lumOff val="6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700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PMN&#10;&#10;AI-generated content may be incorrect.">
            <a:extLst>
              <a:ext uri="{FF2B5EF4-FFF2-40B4-BE49-F238E27FC236}">
                <a16:creationId xmlns:a16="http://schemas.microsoft.com/office/drawing/2014/main" id="{6A58C871-6905-8CA5-55FF-1A37C5F7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16" y="0"/>
            <a:ext cx="1300046" cy="1004581"/>
          </a:xfrm>
          <a:prstGeom prst="rect">
            <a:avLst/>
          </a:prstGeom>
        </p:spPr>
      </p:pic>
      <p:pic>
        <p:nvPicPr>
          <p:cNvPr id="3" name="Picture 2" descr="The image depicts a workflow diagram for a CI/CD pipeline, showing steps such as code creation, testing, building, and deployment, with options for success and failure notifications.&#10;&#10;AI-generated content may be incorrect.">
            <a:extLst>
              <a:ext uri="{FF2B5EF4-FFF2-40B4-BE49-F238E27FC236}">
                <a16:creationId xmlns:a16="http://schemas.microsoft.com/office/drawing/2014/main" id="{FAE30B0F-CB3D-CB1B-873E-9B8A3A302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340"/>
            <a:ext cx="12192000" cy="51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71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C07D-BF67-5F89-96D1-D089974E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E5643-141F-2981-B691-F62C5AC990E9}"/>
              </a:ext>
            </a:extLst>
          </p:cNvPr>
          <p:cNvSpPr txBox="1"/>
          <p:nvPr/>
        </p:nvSpPr>
        <p:spPr>
          <a:xfrm>
            <a:off x="2651692" y="2465494"/>
            <a:ext cx="6888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sz="4400" dirty="0"/>
              <a:t>3 </a:t>
            </a:r>
            <a:r>
              <a:rPr lang="en-BE" sz="4400" dirty="0" err="1"/>
              <a:t>jaar</a:t>
            </a:r>
            <a:r>
              <a:rPr lang="en-BE" sz="4400" dirty="0"/>
              <a:t> </a:t>
            </a:r>
            <a:r>
              <a:rPr lang="en-BE" sz="4400" dirty="0" err="1"/>
              <a:t>geleden</a:t>
            </a:r>
            <a:r>
              <a:rPr lang="en-BE" sz="4400" dirty="0"/>
              <a:t> : </a:t>
            </a:r>
          </a:p>
          <a:p>
            <a:pPr algn="ctr"/>
            <a:r>
              <a:rPr lang="en-BE" sz="4400" dirty="0"/>
              <a:t>Wat </a:t>
            </a:r>
            <a:r>
              <a:rPr lang="en-BE" sz="4400" dirty="0" err="1"/>
              <a:t>gaan</a:t>
            </a:r>
            <a:r>
              <a:rPr lang="en-BE" sz="4400" dirty="0"/>
              <a:t> we </a:t>
            </a:r>
            <a:r>
              <a:rPr lang="en-BE" sz="4400" dirty="0" err="1"/>
              <a:t>doen</a:t>
            </a:r>
            <a:r>
              <a:rPr lang="en-BE" sz="4400" dirty="0"/>
              <a:t> met AI ?</a:t>
            </a:r>
          </a:p>
          <a:p>
            <a:pPr algn="ctr"/>
            <a:endParaRPr lang="en-BE" sz="4400" dirty="0"/>
          </a:p>
        </p:txBody>
      </p:sp>
    </p:spTree>
    <p:extLst>
      <p:ext uri="{BB962C8B-B14F-4D97-AF65-F5344CB8AC3E}">
        <p14:creationId xmlns:p14="http://schemas.microsoft.com/office/powerpoint/2010/main" val="50879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 mechanical clock with visible gears and springs, suggesting it is a complex, well-built timepiece.&#10;&#10;AI-generated content may be incorrect.">
            <a:extLst>
              <a:ext uri="{FF2B5EF4-FFF2-40B4-BE49-F238E27FC236}">
                <a16:creationId xmlns:a16="http://schemas.microsoft.com/office/drawing/2014/main" id="{B08B1E9E-C179-2848-7E84-C98E3EE0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732"/>
            <a:ext cx="7859222" cy="6706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F3F5CB-D396-43BD-12E2-0D2AB88E4E8F}"/>
              </a:ext>
            </a:extLst>
          </p:cNvPr>
          <p:cNvSpPr txBox="1"/>
          <p:nvPr/>
        </p:nvSpPr>
        <p:spPr>
          <a:xfrm>
            <a:off x="8522647" y="468351"/>
            <a:ext cx="315067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/>
              <a:t>Software engineers</a:t>
            </a:r>
          </a:p>
          <a:p>
            <a:r>
              <a:rPr lang="en-BE" sz="2800" dirty="0"/>
              <a:t> </a:t>
            </a:r>
          </a:p>
          <a:p>
            <a:r>
              <a:rPr lang="en-BE" sz="2800" dirty="0"/>
              <a:t>Hoe </a:t>
            </a:r>
            <a:r>
              <a:rPr lang="en-BE" sz="2800" dirty="0" err="1"/>
              <a:t>werkt</a:t>
            </a:r>
            <a:r>
              <a:rPr lang="en-BE" sz="2800" dirty="0"/>
              <a:t> het ?</a:t>
            </a:r>
          </a:p>
          <a:p>
            <a:r>
              <a:rPr lang="en-BE" sz="2800" dirty="0"/>
              <a:t>Machine Learning</a:t>
            </a:r>
          </a:p>
          <a:p>
            <a:r>
              <a:rPr lang="en-BE" sz="2800" dirty="0"/>
              <a:t>Deep Learning</a:t>
            </a:r>
          </a:p>
          <a:p>
            <a:r>
              <a:rPr lang="en-BE" sz="2800" dirty="0"/>
              <a:t>RAG</a:t>
            </a:r>
          </a:p>
          <a:p>
            <a:r>
              <a:rPr lang="en-BE" sz="2800" dirty="0"/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C1D27-9757-AEA8-8EFE-75222A262113}"/>
              </a:ext>
            </a:extLst>
          </p:cNvPr>
          <p:cNvSpPr txBox="1"/>
          <p:nvPr/>
        </p:nvSpPr>
        <p:spPr>
          <a:xfrm>
            <a:off x="8402646" y="4544773"/>
            <a:ext cx="3515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400" i="1" u="sng" dirty="0"/>
              <a:t>Is </a:t>
            </a:r>
            <a:r>
              <a:rPr lang="en-BE" sz="2400" i="1" u="sng" dirty="0" err="1"/>
              <a:t>dit</a:t>
            </a:r>
            <a:r>
              <a:rPr lang="en-BE" sz="2400" i="1" u="sng" dirty="0"/>
              <a:t> </a:t>
            </a:r>
            <a:r>
              <a:rPr lang="en-BE" sz="2400" i="1" u="sng" dirty="0" err="1"/>
              <a:t>wel</a:t>
            </a:r>
            <a:r>
              <a:rPr lang="en-BE" sz="2400" i="1" u="sng" dirty="0"/>
              <a:t> de </a:t>
            </a:r>
            <a:r>
              <a:rPr lang="en-BE" sz="2400" i="1" u="sng" dirty="0" err="1"/>
              <a:t>goede</a:t>
            </a:r>
            <a:r>
              <a:rPr lang="en-BE" sz="2400" i="1" u="sng" dirty="0"/>
              <a:t> </a:t>
            </a:r>
            <a:r>
              <a:rPr lang="en-BE" sz="2400" i="1" u="sng" dirty="0" err="1"/>
              <a:t>vraag</a:t>
            </a:r>
            <a:r>
              <a:rPr lang="en-BE" sz="2400" i="1" u="sng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73571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wooden wall clock with the time displayed as 11:59.&#10;&#10;AI-generated content may be incorrect.">
            <a:extLst>
              <a:ext uri="{FF2B5EF4-FFF2-40B4-BE49-F238E27FC236}">
                <a16:creationId xmlns:a16="http://schemas.microsoft.com/office/drawing/2014/main" id="{7D33EA09-DFB3-233B-56D4-D8A23480B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517"/>
            <a:ext cx="7897327" cy="66874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3AA15-9677-D6B7-77DC-0AED0CD9092C}"/>
              </a:ext>
            </a:extLst>
          </p:cNvPr>
          <p:cNvSpPr txBox="1"/>
          <p:nvPr/>
        </p:nvSpPr>
        <p:spPr>
          <a:xfrm>
            <a:off x="8090027" y="488015"/>
            <a:ext cx="407335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 err="1"/>
              <a:t>Sofware</a:t>
            </a:r>
            <a:r>
              <a:rPr lang="en-BE" sz="2800" dirty="0"/>
              <a:t> </a:t>
            </a:r>
            <a:r>
              <a:rPr lang="en-BE" sz="2800" dirty="0" err="1"/>
              <a:t>gebruikers</a:t>
            </a:r>
            <a:r>
              <a:rPr lang="en-BE" sz="2800" dirty="0"/>
              <a:t> ..</a:t>
            </a:r>
          </a:p>
          <a:p>
            <a:r>
              <a:rPr lang="en-BE" sz="2800" dirty="0"/>
              <a:t> </a:t>
            </a:r>
          </a:p>
          <a:p>
            <a:r>
              <a:rPr lang="en-BE" sz="2800" dirty="0"/>
              <a:t>AI is Black box</a:t>
            </a:r>
          </a:p>
          <a:p>
            <a:r>
              <a:rPr lang="en-BE" sz="2800" dirty="0"/>
              <a:t>Focus GenAI</a:t>
            </a:r>
          </a:p>
          <a:p>
            <a:r>
              <a:rPr lang="en-BE" sz="2800" dirty="0"/>
              <a:t>Hoe </a:t>
            </a:r>
            <a:r>
              <a:rPr lang="en-BE" sz="2800" dirty="0" err="1"/>
              <a:t>gebruiken</a:t>
            </a:r>
            <a:r>
              <a:rPr lang="en-BE" sz="2800" dirty="0"/>
              <a:t> </a:t>
            </a:r>
            <a:r>
              <a:rPr lang="en-BE" sz="2800" dirty="0" err="1"/>
              <a:t>als</a:t>
            </a:r>
            <a:r>
              <a:rPr lang="en-BE" sz="2800" dirty="0"/>
              <a:t> TOOL 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0A05F-75B8-B6E7-BA83-F705722EB186}"/>
              </a:ext>
            </a:extLst>
          </p:cNvPr>
          <p:cNvSpPr txBox="1"/>
          <p:nvPr/>
        </p:nvSpPr>
        <p:spPr>
          <a:xfrm>
            <a:off x="8612324" y="3075011"/>
            <a:ext cx="2783987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BE" sz="2000" dirty="0"/>
              <a:t>De </a:t>
            </a:r>
            <a:r>
              <a:rPr lang="en-BE" sz="2000" dirty="0" err="1"/>
              <a:t>vraag</a:t>
            </a:r>
            <a:r>
              <a:rPr lang="en-BE" sz="2000" dirty="0"/>
              <a:t> is hoe </a:t>
            </a:r>
            <a:r>
              <a:rPr lang="en-BE" sz="2000" dirty="0" err="1"/>
              <a:t>gaan</a:t>
            </a:r>
            <a:br>
              <a:rPr lang="en-BE" sz="2000" dirty="0"/>
            </a:br>
            <a:r>
              <a:rPr lang="en-BE" sz="2000" dirty="0"/>
              <a:t>software </a:t>
            </a:r>
            <a:r>
              <a:rPr lang="en-BE" sz="2000" dirty="0" err="1"/>
              <a:t>gebruikers</a:t>
            </a:r>
            <a:r>
              <a:rPr lang="en-BE" sz="2000" dirty="0"/>
              <a:t> van de </a:t>
            </a:r>
            <a:r>
              <a:rPr lang="en-BE" sz="2000" b="1" dirty="0" err="1"/>
              <a:t>volgende</a:t>
            </a:r>
            <a:r>
              <a:rPr lang="en-BE" sz="2000" b="1" dirty="0"/>
              <a:t> </a:t>
            </a:r>
            <a:r>
              <a:rPr lang="en-BE" sz="2000" b="1" dirty="0" err="1"/>
              <a:t>generatie</a:t>
            </a:r>
            <a:r>
              <a:rPr lang="en-BE" sz="2000" b="1" dirty="0"/>
              <a:t> </a:t>
            </a:r>
            <a:r>
              <a:rPr lang="en-BE" sz="2000" dirty="0"/>
              <a:t>om met software </a:t>
            </a:r>
            <a:r>
              <a:rPr lang="en-BE" sz="2000" dirty="0" err="1"/>
              <a:t>systemen</a:t>
            </a:r>
            <a:r>
              <a:rPr lang="en-BE" sz="2000" dirty="0"/>
              <a:t> ?</a:t>
            </a:r>
          </a:p>
          <a:p>
            <a:endParaRPr lang="en-BE" sz="2000" dirty="0"/>
          </a:p>
          <a:p>
            <a:r>
              <a:rPr lang="en-BE" sz="2000" dirty="0"/>
              <a:t>Is het </a:t>
            </a:r>
            <a:r>
              <a:rPr lang="en-BE" sz="2000" dirty="0" err="1"/>
              <a:t>huidige</a:t>
            </a:r>
            <a:r>
              <a:rPr lang="en-BE" sz="2000" dirty="0"/>
              <a:t> software system/</a:t>
            </a:r>
            <a:r>
              <a:rPr lang="en-BE" sz="2000" dirty="0" err="1"/>
              <a:t>omgeving</a:t>
            </a:r>
            <a:r>
              <a:rPr lang="en-BE" sz="2000" dirty="0"/>
              <a:t> </a:t>
            </a:r>
            <a:r>
              <a:rPr lang="en-BE" sz="2000" dirty="0" err="1"/>
              <a:t>daar</a:t>
            </a:r>
            <a:r>
              <a:rPr lang="en-BE" sz="2000" dirty="0"/>
              <a:t> </a:t>
            </a:r>
            <a:r>
              <a:rPr lang="en-BE" sz="2000" dirty="0" err="1"/>
              <a:t>klaar</a:t>
            </a:r>
            <a:r>
              <a:rPr lang="en-BE" sz="2000" dirty="0"/>
              <a:t> </a:t>
            </a:r>
            <a:r>
              <a:rPr lang="en-BE" sz="2000" dirty="0" err="1"/>
              <a:t>voor</a:t>
            </a:r>
            <a:r>
              <a:rPr lang="en-BE" sz="20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01067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llustrates a workflow diagram for a continuous integration/continuous deployment (CI/CD) pipeline, starting with fetching the origin, followed by various stages like code creation, testing, building, and deployment, with status indicators for success or failure.&#10;&#10;AI-generated content may be incorrect.">
            <a:extLst>
              <a:ext uri="{FF2B5EF4-FFF2-40B4-BE49-F238E27FC236}">
                <a16:creationId xmlns:a16="http://schemas.microsoft.com/office/drawing/2014/main" id="{CDF77D3C-C024-944C-242A-F514ACA20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84" y="0"/>
            <a:ext cx="7268231" cy="3057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F7B791-C2F4-CA72-D3AF-E53D469B3CB4}"/>
              </a:ext>
            </a:extLst>
          </p:cNvPr>
          <p:cNvSpPr txBox="1"/>
          <p:nvPr/>
        </p:nvSpPr>
        <p:spPr>
          <a:xfrm>
            <a:off x="538537" y="3232879"/>
            <a:ext cx="3846694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BE" dirty="0"/>
              <a:t>SKILLS : 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Feature-</a:t>
            </a:r>
            <a:r>
              <a:rPr lang="en-BE" dirty="0" err="1"/>
              <a:t>init</a:t>
            </a:r>
            <a:r>
              <a:rPr lang="en-BE" dirty="0"/>
              <a:t> </a:t>
            </a:r>
            <a:br>
              <a:rPr lang="en-BE" dirty="0"/>
            </a:br>
            <a:r>
              <a:rPr lang="en-BE" dirty="0"/>
              <a:t>	Copy &amp; Check specification</a:t>
            </a:r>
            <a:br>
              <a:rPr lang="en-BE" dirty="0"/>
            </a:br>
            <a:r>
              <a:rPr lang="en-BE" dirty="0"/>
              <a:t>	Prepare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Feature-start</a:t>
            </a:r>
            <a:br>
              <a:rPr lang="en-BE" dirty="0"/>
            </a:br>
            <a:r>
              <a:rPr lang="en-BE" dirty="0"/>
              <a:t>	Create branch</a:t>
            </a:r>
            <a:br>
              <a:rPr lang="en-BE" dirty="0"/>
            </a:br>
            <a:r>
              <a:rPr lang="en-BE" dirty="0"/>
              <a:t>	Implement feature</a:t>
            </a:r>
            <a:br>
              <a:rPr lang="en-BE" dirty="0"/>
            </a:br>
            <a:r>
              <a:rPr lang="en-BE" dirty="0"/>
              <a:t>	Test 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Feature-complete</a:t>
            </a:r>
            <a:br>
              <a:rPr lang="en-BE" dirty="0"/>
            </a:br>
            <a:r>
              <a:rPr lang="en-BE" dirty="0"/>
              <a:t>	Complete feature</a:t>
            </a:r>
            <a:br>
              <a:rPr lang="en-BE" dirty="0"/>
            </a:br>
            <a:r>
              <a:rPr lang="en-BE" dirty="0"/>
              <a:t>	Check-In remote</a:t>
            </a:r>
            <a:br>
              <a:rPr lang="en-BE" dirty="0"/>
            </a:br>
            <a:r>
              <a:rPr lang="en-BE" dirty="0"/>
              <a:t>	Trigger </a:t>
            </a:r>
            <a:r>
              <a:rPr lang="en-BE" dirty="0" err="1"/>
              <a:t>Build&amp;Publish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2C030-AAA7-9063-D3E6-B153981AAF3D}"/>
              </a:ext>
            </a:extLst>
          </p:cNvPr>
          <p:cNvSpPr txBox="1"/>
          <p:nvPr/>
        </p:nvSpPr>
        <p:spPr>
          <a:xfrm>
            <a:off x="8682265" y="3232879"/>
            <a:ext cx="297119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BE" dirty="0" err="1"/>
              <a:t>Github</a:t>
            </a:r>
            <a:r>
              <a:rPr lang="en-BE" dirty="0"/>
              <a:t> Action : 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Build</a:t>
            </a:r>
            <a:br>
              <a:rPr lang="en-BE" dirty="0"/>
            </a:br>
            <a:r>
              <a:rPr lang="en-BE" dirty="0"/>
              <a:t>	Test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Publish</a:t>
            </a:r>
            <a:br>
              <a:rPr lang="en-BE" dirty="0"/>
            </a:br>
            <a:r>
              <a:rPr lang="en-BE" dirty="0"/>
              <a:t>	As </a:t>
            </a:r>
            <a:r>
              <a:rPr lang="en-BE" dirty="0" err="1"/>
              <a:t>Github</a:t>
            </a:r>
            <a:r>
              <a:rPr lang="en-BE" dirty="0"/>
              <a:t> package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B4308-6CBF-8248-2093-77CBDAAC76A2}"/>
              </a:ext>
            </a:extLst>
          </p:cNvPr>
          <p:cNvSpPr txBox="1"/>
          <p:nvPr/>
        </p:nvSpPr>
        <p:spPr>
          <a:xfrm>
            <a:off x="8682265" y="5920770"/>
            <a:ext cx="24509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BE" dirty="0"/>
              <a:t>Deploy for product</a:t>
            </a:r>
            <a:r>
              <a:rPr lang="en-US" dirty="0"/>
              <a:t>io</a:t>
            </a:r>
            <a:r>
              <a:rPr lang="en-BE" dirty="0"/>
              <a:t>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357AE-8FB0-C43B-B360-CFB164310F31}"/>
              </a:ext>
            </a:extLst>
          </p:cNvPr>
          <p:cNvSpPr txBox="1"/>
          <p:nvPr/>
        </p:nvSpPr>
        <p:spPr>
          <a:xfrm>
            <a:off x="5050778" y="3971543"/>
            <a:ext cx="3020442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BE" dirty="0"/>
              <a:t>SKILL (helper) : </a:t>
            </a:r>
          </a:p>
          <a:p>
            <a:pPr marL="342900" indent="-342900">
              <a:buFont typeface="+mj-lt"/>
              <a:buAutoNum type="arabicPeriod"/>
            </a:pPr>
            <a:r>
              <a:rPr lang="en-BE" dirty="0"/>
              <a:t>build </a:t>
            </a:r>
            <a:br>
              <a:rPr lang="en-BE" dirty="0"/>
            </a:br>
            <a:r>
              <a:rPr lang="en-BE" dirty="0"/>
              <a:t>	build : build project</a:t>
            </a:r>
            <a:br>
              <a:rPr lang="en-BE" dirty="0"/>
            </a:br>
            <a:r>
              <a:rPr lang="en-BE" dirty="0"/>
              <a:t>	localDeploy </a:t>
            </a:r>
            <a:br>
              <a:rPr lang="en-BE" dirty="0"/>
            </a:br>
            <a:r>
              <a:rPr lang="en-BE" dirty="0"/>
              <a:t>	localStop</a:t>
            </a:r>
            <a:br>
              <a:rPr lang="en-BE" dirty="0"/>
            </a:br>
            <a:r>
              <a:rPr lang="en-BE" dirty="0"/>
              <a:t>	remoteDeploy</a:t>
            </a:r>
          </a:p>
        </p:txBody>
      </p:sp>
    </p:spTree>
    <p:extLst>
      <p:ext uri="{BB962C8B-B14F-4D97-AF65-F5344CB8AC3E}">
        <p14:creationId xmlns:p14="http://schemas.microsoft.com/office/powerpoint/2010/main" val="141011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7423-035A-541E-6839-6779DE7D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64747-E6B5-4152-3856-3F21ADD9600A}"/>
              </a:ext>
            </a:extLst>
          </p:cNvPr>
          <p:cNvSpPr txBox="1"/>
          <p:nvPr/>
        </p:nvSpPr>
        <p:spPr>
          <a:xfrm>
            <a:off x="838200" y="1690688"/>
            <a:ext cx="74121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/>
              <a:t>Demo application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800" dirty="0" err="1"/>
              <a:t>WebService</a:t>
            </a:r>
            <a:r>
              <a:rPr lang="en-BE" sz="2800" dirty="0"/>
              <a:t> : Backend server with endpoints.</a:t>
            </a:r>
            <a:br>
              <a:rPr lang="en-BE" sz="2800" dirty="0"/>
            </a:br>
            <a:r>
              <a:rPr lang="en-BE" sz="2800" dirty="0"/>
              <a:t>	Hello returns hello message JSON</a:t>
            </a:r>
            <a:br>
              <a:rPr lang="en-BE" sz="2800" dirty="0"/>
            </a:br>
            <a:r>
              <a:rPr lang="en-BE" sz="2800" dirty="0"/>
              <a:t>	</a:t>
            </a:r>
            <a:r>
              <a:rPr lang="en-BE" sz="2800" dirty="0" err="1"/>
              <a:t>GetDate</a:t>
            </a:r>
            <a:r>
              <a:rPr lang="en-BE" sz="2800" dirty="0"/>
              <a:t> returns date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800" dirty="0" err="1"/>
              <a:t>WebPortal</a:t>
            </a:r>
            <a:r>
              <a:rPr lang="en-BE" sz="2800" dirty="0"/>
              <a:t> : Using the backend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800" dirty="0"/>
              <a:t>Monitor on running services.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999A6-9567-44A7-3CDD-289E0A1528FC}"/>
              </a:ext>
            </a:extLst>
          </p:cNvPr>
          <p:cNvSpPr/>
          <p:nvPr/>
        </p:nvSpPr>
        <p:spPr>
          <a:xfrm>
            <a:off x="8250357" y="1324962"/>
            <a:ext cx="1807779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 err="1"/>
              <a:t>WebPortal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EF8378-7242-4507-8D4B-559888763EE3}"/>
              </a:ext>
            </a:extLst>
          </p:cNvPr>
          <p:cNvSpPr/>
          <p:nvPr/>
        </p:nvSpPr>
        <p:spPr>
          <a:xfrm>
            <a:off x="8250357" y="3429000"/>
            <a:ext cx="1807779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 err="1"/>
              <a:t>WebService</a:t>
            </a:r>
            <a:endParaRPr lang="en-BE" dirty="0"/>
          </a:p>
        </p:txBody>
      </p: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82EFBFF0-99F0-B5BC-6A03-840FA0269E0A}"/>
              </a:ext>
            </a:extLst>
          </p:cNvPr>
          <p:cNvSpPr/>
          <p:nvPr/>
        </p:nvSpPr>
        <p:spPr>
          <a:xfrm>
            <a:off x="9096441" y="2549466"/>
            <a:ext cx="115613" cy="66278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05017-98F5-D654-825E-35FF52F76111}"/>
              </a:ext>
            </a:extLst>
          </p:cNvPr>
          <p:cNvSpPr txBox="1"/>
          <p:nvPr/>
        </p:nvSpPr>
        <p:spPr>
          <a:xfrm>
            <a:off x="740380" y="4791192"/>
            <a:ext cx="42723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GenAI used </a:t>
            </a:r>
            <a:br>
              <a:rPr lang="en-BE" dirty="0"/>
            </a:br>
            <a:r>
              <a:rPr lang="en-BE" dirty="0"/>
              <a:t>	Cline as agent</a:t>
            </a:r>
            <a:br>
              <a:rPr lang="en-BE" dirty="0"/>
            </a:br>
            <a:r>
              <a:rPr lang="en-BE" dirty="0"/>
              <a:t>	Mistral-code as LLM</a:t>
            </a:r>
            <a:br>
              <a:rPr lang="en-BE" dirty="0"/>
            </a:br>
            <a:r>
              <a:rPr lang="en-BE" dirty="0"/>
              <a:t>Everything is generated by Cline.</a:t>
            </a:r>
          </a:p>
          <a:p>
            <a:r>
              <a:rPr lang="en-BE" dirty="0"/>
              <a:t>Skills &amp; Specifications written hybrid way.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45FAA-52C1-D181-A78E-5E1F439F2AD1}"/>
              </a:ext>
            </a:extLst>
          </p:cNvPr>
          <p:cNvSpPr txBox="1"/>
          <p:nvPr/>
        </p:nvSpPr>
        <p:spPr>
          <a:xfrm>
            <a:off x="5446986" y="451419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Language:  </a:t>
            </a:r>
            <a:r>
              <a:rPr lang="en-BE" sz="1800" b="1" dirty="0">
                <a:solidFill>
                  <a:schemeClr val="tx1"/>
                </a:solidFill>
                <a:effectLst/>
                <a:latin typeface="+mn-lt"/>
              </a:rPr>
              <a:t>Java 21</a:t>
            </a:r>
            <a:endParaRPr lang="en-BE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Spring Boot : Spring Boot 4.1.1 </a:t>
            </a:r>
          </a:p>
          <a:p>
            <a:pPr>
              <a:lnSpc>
                <a:spcPct val="100000"/>
              </a:lnSpc>
              <a:buNone/>
            </a:pPr>
            <a:r>
              <a:rPr lang="en-BE" dirty="0"/>
              <a:t>Portal</a:t>
            </a: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 : </a:t>
            </a:r>
            <a:r>
              <a:rPr lang="en-BE" sz="1800" b="0" dirty="0" err="1">
                <a:solidFill>
                  <a:schemeClr val="tx1"/>
                </a:solidFill>
                <a:effectLst/>
                <a:latin typeface="+mn-lt"/>
              </a:rPr>
              <a:t>Vaadin</a:t>
            </a: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 version v25.3.0 </a:t>
            </a:r>
          </a:p>
          <a:p>
            <a:pPr>
              <a:lnSpc>
                <a:spcPct val="100000"/>
              </a:lnSpc>
              <a:buNone/>
            </a:pP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AI: Mistral-Code &amp; Cline </a:t>
            </a:r>
          </a:p>
          <a:p>
            <a:pPr>
              <a:lnSpc>
                <a:spcPct val="100000"/>
              </a:lnSpc>
              <a:buNone/>
            </a:pP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Deployment: </a:t>
            </a:r>
            <a:r>
              <a:rPr lang="en-BE" dirty="0"/>
              <a:t>Docker (local)</a:t>
            </a:r>
            <a:endParaRPr lang="en-BE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BE" sz="1800" b="0" dirty="0">
                <a:solidFill>
                  <a:schemeClr val="tx1"/>
                </a:solidFill>
                <a:effectLst/>
                <a:latin typeface="+mn-lt"/>
              </a:rPr>
              <a:t>Monitoring : </a:t>
            </a:r>
            <a:r>
              <a:rPr lang="en-BE" dirty="0"/>
              <a:t>TypeScript script</a:t>
            </a:r>
          </a:p>
          <a:p>
            <a:r>
              <a:rPr lang="en-BE" dirty="0"/>
              <a:t>Build &amp; Publish : GitHub &amp; GitHub Package (not </a:t>
            </a:r>
            <a:r>
              <a:rPr lang="en-BE" dirty="0" err="1"/>
              <a:t>Cloudsmith</a:t>
            </a:r>
            <a:r>
              <a:rPr lang="en-BE" dirty="0"/>
              <a:t>)</a:t>
            </a:r>
          </a:p>
        </p:txBody>
      </p:sp>
      <p:pic>
        <p:nvPicPr>
          <p:cNvPr id="12" name="Picture 11" descr="GetDate&#10;&#10;AI-generated content may be incorrect.">
            <a:extLst>
              <a:ext uri="{FF2B5EF4-FFF2-40B4-BE49-F238E27FC236}">
                <a16:creationId xmlns:a16="http://schemas.microsoft.com/office/drawing/2014/main" id="{0F4112A7-A220-0898-D764-D98C0A9A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999" y="92918"/>
            <a:ext cx="2208633" cy="1869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364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screen with a code editor, showing a layout of a Java file with various components such as buttons, dialogs, and text fields, and includes annotations for a software development workflow.&#10;&#10;AI-generated content may be incorrect.">
            <a:extLst>
              <a:ext uri="{FF2B5EF4-FFF2-40B4-BE49-F238E27FC236}">
                <a16:creationId xmlns:a16="http://schemas.microsoft.com/office/drawing/2014/main" id="{D600E3CF-9F29-4759-4FF8-06439EB21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9190F-CB56-8F1B-8FB2-CB4D0656793A}"/>
              </a:ext>
            </a:extLst>
          </p:cNvPr>
          <p:cNvSpPr txBox="1"/>
          <p:nvPr/>
        </p:nvSpPr>
        <p:spPr>
          <a:xfrm>
            <a:off x="7595390" y="6130607"/>
            <a:ext cx="4019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3200" dirty="0">
                <a:ln>
                  <a:solidFill>
                    <a:schemeClr val="accent2">
                      <a:lumMod val="20000"/>
                      <a:lumOff val="80000"/>
                      <a:alpha val="95000"/>
                    </a:schemeClr>
                  </a:solidFill>
                </a:ln>
                <a:solidFill>
                  <a:schemeClr val="bg2"/>
                </a:solidFill>
              </a:rPr>
              <a:t>Show &amp; Discuss in VC</a:t>
            </a:r>
          </a:p>
        </p:txBody>
      </p:sp>
    </p:spTree>
    <p:extLst>
      <p:ext uri="{BB962C8B-B14F-4D97-AF65-F5344CB8AC3E}">
        <p14:creationId xmlns:p14="http://schemas.microsoft.com/office/powerpoint/2010/main" val="195988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 Progress&#10;&#10;AI-generated content may be incorrect.">
            <a:extLst>
              <a:ext uri="{FF2B5EF4-FFF2-40B4-BE49-F238E27FC236}">
                <a16:creationId xmlns:a16="http://schemas.microsoft.com/office/drawing/2014/main" id="{C0CEB825-FCF5-E2D1-ED5D-F336D2C7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13" y="1444523"/>
            <a:ext cx="6293173" cy="3968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ED3B5A-1E10-B0C3-7658-F7E12712AB34}"/>
              </a:ext>
            </a:extLst>
          </p:cNvPr>
          <p:cNvSpPr txBox="1"/>
          <p:nvPr/>
        </p:nvSpPr>
        <p:spPr>
          <a:xfrm>
            <a:off x="468351" y="51295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20416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software development environment with a focus on implementing new features, specifically, it's an outline for adding or updating functionalities as described in a feature file, and the user is instructed to make changes in the codebase, likely within a Spring web application.&#10;&#10;AI-generated content may be incorrect.">
            <a:extLst>
              <a:ext uri="{FF2B5EF4-FFF2-40B4-BE49-F238E27FC236}">
                <a16:creationId xmlns:a16="http://schemas.microsoft.com/office/drawing/2014/main" id="{801819F3-64DC-7D9C-7FBF-4915D550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165" y="2235138"/>
            <a:ext cx="6229670" cy="2387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5B260-5B03-C89A-EFD6-F9911377CACF}"/>
              </a:ext>
            </a:extLst>
          </p:cNvPr>
          <p:cNvSpPr txBox="1"/>
          <p:nvPr/>
        </p:nvSpPr>
        <p:spPr>
          <a:xfrm>
            <a:off x="468351" y="512956"/>
            <a:ext cx="177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9185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user interface with three sections: one for building an application with Maven, another for local deployment using Docker Compose, and a third for stopping the local deployment.&#10;&#10;AI-generated content may be incorrect.">
            <a:extLst>
              <a:ext uri="{FF2B5EF4-FFF2-40B4-BE49-F238E27FC236}">
                <a16:creationId xmlns:a16="http://schemas.microsoft.com/office/drawing/2014/main" id="{2833EA6C-4E95-414E-7A3D-FA81D16F8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62" y="977774"/>
            <a:ext cx="6331275" cy="4902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F6F603-F851-C235-106C-F1F2299F48A5}"/>
              </a:ext>
            </a:extLst>
          </p:cNvPr>
          <p:cNvSpPr txBox="1"/>
          <p:nvPr/>
        </p:nvSpPr>
        <p:spPr>
          <a:xfrm>
            <a:off x="468351" y="512956"/>
            <a:ext cx="206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Deploy &amp; Test local</a:t>
            </a:r>
          </a:p>
        </p:txBody>
      </p:sp>
    </p:spTree>
    <p:extLst>
      <p:ext uri="{BB962C8B-B14F-4D97-AF65-F5344CB8AC3E}">
        <p14:creationId xmlns:p14="http://schemas.microsoft.com/office/powerpoint/2010/main" val="83835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equence of Git commands to complete and merge a feature branch, followed by resetting the file and pushing the main branch.&#10;&#10;AI-generated content may be incorrect.">
            <a:extLst>
              <a:ext uri="{FF2B5EF4-FFF2-40B4-BE49-F238E27FC236}">
                <a16:creationId xmlns:a16="http://schemas.microsoft.com/office/drawing/2014/main" id="{762DA36B-9898-7610-A66B-18163730A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13" y="882288"/>
            <a:ext cx="6293173" cy="5550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DD2D1-BC8F-A114-53D0-F314315C05B4}"/>
              </a:ext>
            </a:extLst>
          </p:cNvPr>
          <p:cNvSpPr txBox="1"/>
          <p:nvPr/>
        </p:nvSpPr>
        <p:spPr>
          <a:xfrm>
            <a:off x="468351" y="512956"/>
            <a:ext cx="2854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Complete &amp; Trigger Publish</a:t>
            </a:r>
          </a:p>
        </p:txBody>
      </p:sp>
    </p:spTree>
    <p:extLst>
      <p:ext uri="{BB962C8B-B14F-4D97-AF65-F5344CB8AC3E}">
        <p14:creationId xmlns:p14="http://schemas.microsoft.com/office/powerpoint/2010/main" val="3769133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GitHub repository page for 'schoetec/dev_ex_flow' with various tabs such as 'Code', 'Issues', 'Projects', and 'L Insurances', and some actions like 'Add Docker Monitor' and 'Complete Feature Webportal-Change-Header-Text'.&#10;&#10;AI-generated content may be incorrect.">
            <a:extLst>
              <a:ext uri="{FF2B5EF4-FFF2-40B4-BE49-F238E27FC236}">
                <a16:creationId xmlns:a16="http://schemas.microsoft.com/office/drawing/2014/main" id="{9790E9B5-DB11-CB51-CF9A-3EDC73FF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4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CF85-F61A-F1A9-F0E3-70FE37B7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depicts a large, realistic elephant standing in a room with a window, a door, and a simple, plain wall.&#10;&#10;AI-generated content may be incorrect.">
            <a:extLst>
              <a:ext uri="{FF2B5EF4-FFF2-40B4-BE49-F238E27FC236}">
                <a16:creationId xmlns:a16="http://schemas.microsoft.com/office/drawing/2014/main" id="{F6F2F4F5-06F9-5CE0-B8BC-F92C1EE7C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1664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96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1C6CA-CEE5-74C4-6E36-B5D42C7FE907}"/>
              </a:ext>
            </a:extLst>
          </p:cNvPr>
          <p:cNvSpPr txBox="1"/>
          <p:nvPr/>
        </p:nvSpPr>
        <p:spPr>
          <a:xfrm>
            <a:off x="524108" y="412595"/>
            <a:ext cx="4608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4400" dirty="0"/>
              <a:t>GenAI - LLM = 3P   </a:t>
            </a:r>
          </a:p>
        </p:txBody>
      </p:sp>
      <p:pic>
        <p:nvPicPr>
          <p:cNvPr id="6" name="Picture 5" descr="The image depicts a vibrant, cheerful cartoon dog with a white muzzle and a brown coat, showcasing a joyful, slightly open-mouthed expression.&#10;&#10;AI-generated content may be incorrect.">
            <a:extLst>
              <a:ext uri="{FF2B5EF4-FFF2-40B4-BE49-F238E27FC236}">
                <a16:creationId xmlns:a16="http://schemas.microsoft.com/office/drawing/2014/main" id="{C528CFA0-1B2B-CB0F-82D7-798AEDFE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109" y="-78658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89FB6D-05A0-63B1-EBF5-4FC1F1E5712D}"/>
              </a:ext>
            </a:extLst>
          </p:cNvPr>
          <p:cNvSpPr txBox="1"/>
          <p:nvPr/>
        </p:nvSpPr>
        <p:spPr>
          <a:xfrm>
            <a:off x="1341414" y="2322707"/>
            <a:ext cx="2553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/>
              <a:t>Pathological People Pleaser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1415412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771990-5A3B-9F12-FFE7-EE5A35196C89}"/>
              </a:ext>
            </a:extLst>
          </p:cNvPr>
          <p:cNvSpPr txBox="1"/>
          <p:nvPr/>
        </p:nvSpPr>
        <p:spPr>
          <a:xfrm>
            <a:off x="2371390" y="1720840"/>
            <a:ext cx="744921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sz="7200" dirty="0"/>
              <a:t>Deterministic</a:t>
            </a:r>
          </a:p>
          <a:p>
            <a:pPr algn="ctr"/>
            <a:endParaRPr lang="en-BE" sz="7200" dirty="0"/>
          </a:p>
          <a:p>
            <a:pPr algn="ctr"/>
            <a:r>
              <a:rPr lang="en-BE" sz="7200" dirty="0"/>
              <a:t>Non-deterministic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918F0-7870-4D47-0301-10D3D5DDB519}"/>
              </a:ext>
            </a:extLst>
          </p:cNvPr>
          <p:cNvSpPr txBox="1"/>
          <p:nvPr/>
        </p:nvSpPr>
        <p:spPr>
          <a:xfrm>
            <a:off x="2005263" y="2133601"/>
            <a:ext cx="112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 err="1"/>
              <a:t>Verwacht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9C188-417E-27D2-7896-34F5DD8DAAE8}"/>
              </a:ext>
            </a:extLst>
          </p:cNvPr>
          <p:cNvSpPr txBox="1"/>
          <p:nvPr/>
        </p:nvSpPr>
        <p:spPr>
          <a:xfrm>
            <a:off x="1499611" y="4355068"/>
            <a:ext cx="68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 err="1"/>
              <a:t>Krijgt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9352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E684A-7134-CEA4-A101-3254E3C0AADE}"/>
              </a:ext>
            </a:extLst>
          </p:cNvPr>
          <p:cNvSpPr txBox="1"/>
          <p:nvPr/>
        </p:nvSpPr>
        <p:spPr>
          <a:xfrm>
            <a:off x="11051459" y="16161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Hybrid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7C685-B80A-5CC4-5D46-43437F83B1AD}"/>
              </a:ext>
            </a:extLst>
          </p:cNvPr>
          <p:cNvSpPr txBox="1"/>
          <p:nvPr/>
        </p:nvSpPr>
        <p:spPr>
          <a:xfrm>
            <a:off x="422787" y="5865393"/>
            <a:ext cx="4444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3600" dirty="0"/>
              <a:t>Specialized LLM (JEV)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003A5-E799-E012-A7D4-6C668B326150}"/>
              </a:ext>
            </a:extLst>
          </p:cNvPr>
          <p:cNvSpPr txBox="1"/>
          <p:nvPr/>
        </p:nvSpPr>
        <p:spPr>
          <a:xfrm>
            <a:off x="658760" y="2090172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2800" b="1" u="none" strike="noStrike" dirty="0">
                <a:effectLst/>
                <a:latin typeface="+mn-lt"/>
              </a:rPr>
              <a:t>Model + Harness = Agent</a:t>
            </a:r>
            <a:r>
              <a:rPr lang="en-BE" sz="2800" dirty="0"/>
              <a:t>. While the model acts as the "brain" that reasons and generates text, the harness acts as the "body," workspace, and control system that lets it actually get work done.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1DCC5-F5D2-1E94-C393-23C4E0986B59}"/>
              </a:ext>
            </a:extLst>
          </p:cNvPr>
          <p:cNvSpPr txBox="1"/>
          <p:nvPr/>
        </p:nvSpPr>
        <p:spPr>
          <a:xfrm>
            <a:off x="422787" y="346276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6600" dirty="0"/>
              <a:t>AI Harnessing</a:t>
            </a:r>
          </a:p>
        </p:txBody>
      </p:sp>
      <p:pic>
        <p:nvPicPr>
          <p:cNvPr id="9" name="Picture 8" descr="Memory&#10;&#10;AI-generated content may be incorrect.">
            <a:extLst>
              <a:ext uri="{FF2B5EF4-FFF2-40B4-BE49-F238E27FC236}">
                <a16:creationId xmlns:a16="http://schemas.microsoft.com/office/drawing/2014/main" id="{5BDB419C-A0C7-FAD7-DA43-6F6CF8AC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812" y="1839082"/>
            <a:ext cx="4957634" cy="292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60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5314A26-B512-EC9C-16E3-C4CB18C5CDCE}"/>
              </a:ext>
            </a:extLst>
          </p:cNvPr>
          <p:cNvGrpSpPr/>
          <p:nvPr/>
        </p:nvGrpSpPr>
        <p:grpSpPr>
          <a:xfrm>
            <a:off x="2143889" y="267311"/>
            <a:ext cx="7904222" cy="6323378"/>
            <a:chOff x="2143889" y="267311"/>
            <a:chExt cx="7904222" cy="6323378"/>
          </a:xfrm>
        </p:grpSpPr>
        <p:pic>
          <p:nvPicPr>
            <p:cNvPr id="2" name="Picture 1" descr="The image illustrates a flow diagram showing the interaction between various tools (e.g., Ext database, OES, LLM, MCP) and an agent, detailing the process of handling prompts, tokenization, and execution of logic in a business context.&#10;&#10;AI-generated content may be incorrect.">
              <a:extLst>
                <a:ext uri="{FF2B5EF4-FFF2-40B4-BE49-F238E27FC236}">
                  <a16:creationId xmlns:a16="http://schemas.microsoft.com/office/drawing/2014/main" id="{4F9FEBBB-542A-6C61-FE54-E2276EACC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3889" y="267311"/>
              <a:ext cx="7904222" cy="632337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C8892E9-0DCC-3115-3A27-980A672D1D8E}"/>
                </a:ext>
              </a:extLst>
            </p:cNvPr>
            <p:cNvSpPr/>
            <p:nvPr/>
          </p:nvSpPr>
          <p:spPr>
            <a:xfrm>
              <a:off x="6844670" y="5212105"/>
              <a:ext cx="713678" cy="189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20BD87-B13E-052A-0065-0A58F9023ED9}"/>
                </a:ext>
              </a:extLst>
            </p:cNvPr>
            <p:cNvSpPr/>
            <p:nvPr/>
          </p:nvSpPr>
          <p:spPr>
            <a:xfrm>
              <a:off x="4211829" y="2589774"/>
              <a:ext cx="713678" cy="189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C73729-F2BE-E965-CD01-E2919699C14F}"/>
                </a:ext>
              </a:extLst>
            </p:cNvPr>
            <p:cNvSpPr/>
            <p:nvPr/>
          </p:nvSpPr>
          <p:spPr>
            <a:xfrm>
              <a:off x="7795857" y="1990685"/>
              <a:ext cx="713678" cy="300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A8D7D3-DEDE-8B33-CFCB-B596F75A5B35}"/>
                </a:ext>
              </a:extLst>
            </p:cNvPr>
            <p:cNvSpPr/>
            <p:nvPr/>
          </p:nvSpPr>
          <p:spPr>
            <a:xfrm>
              <a:off x="8978271" y="5716602"/>
              <a:ext cx="713678" cy="300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CF1961-9EE2-E152-4114-5F1E0DF23838}"/>
                </a:ext>
              </a:extLst>
            </p:cNvPr>
            <p:cNvSpPr/>
            <p:nvPr/>
          </p:nvSpPr>
          <p:spPr>
            <a:xfrm>
              <a:off x="6096000" y="1128400"/>
              <a:ext cx="507316" cy="40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E0B366-8971-71FB-AF48-B6E2E7C16C34}"/>
                </a:ext>
              </a:extLst>
            </p:cNvPr>
            <p:cNvSpPr txBox="1"/>
            <p:nvPr/>
          </p:nvSpPr>
          <p:spPr>
            <a:xfrm>
              <a:off x="7663619" y="1887054"/>
              <a:ext cx="97815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050" dirty="0"/>
                <a:t>Control Plane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61091C-F878-776F-EDCD-1A5070CF1015}"/>
                </a:ext>
              </a:extLst>
            </p:cNvPr>
            <p:cNvSpPr txBox="1"/>
            <p:nvPr/>
          </p:nvSpPr>
          <p:spPr>
            <a:xfrm>
              <a:off x="8846033" y="5589644"/>
              <a:ext cx="97815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050" dirty="0"/>
                <a:t>Control Plane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27A9BC-07AA-CE40-339A-C81667A50D7C}"/>
                </a:ext>
              </a:extLst>
            </p:cNvPr>
            <p:cNvSpPr/>
            <p:nvPr/>
          </p:nvSpPr>
          <p:spPr>
            <a:xfrm>
              <a:off x="5483580" y="6278905"/>
              <a:ext cx="713678" cy="189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0087D2-49F1-1F43-E09A-FFA67408A8A2}"/>
              </a:ext>
            </a:extLst>
          </p:cNvPr>
          <p:cNvSpPr txBox="1"/>
          <p:nvPr/>
        </p:nvSpPr>
        <p:spPr>
          <a:xfrm>
            <a:off x="100361" y="390293"/>
            <a:ext cx="21820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Shared Libraries</a:t>
            </a:r>
          </a:p>
          <a:p>
            <a:r>
              <a:rPr lang="en-BE" dirty="0"/>
              <a:t>Shared functionality</a:t>
            </a:r>
            <a:br>
              <a:rPr lang="en-BE" dirty="0"/>
            </a:br>
            <a:r>
              <a:rPr lang="en-BE" dirty="0"/>
              <a:t>Shared knowledge</a:t>
            </a:r>
          </a:p>
          <a:p>
            <a:r>
              <a:rPr lang="en-BE" dirty="0"/>
              <a:t>Used by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5A949-163C-38A7-259D-65F111A52945}"/>
              </a:ext>
            </a:extLst>
          </p:cNvPr>
          <p:cNvSpPr txBox="1"/>
          <p:nvPr/>
        </p:nvSpPr>
        <p:spPr>
          <a:xfrm>
            <a:off x="4925507" y="3333753"/>
            <a:ext cx="2857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800" dirty="0"/>
              <a:t>DPGDevEx-Agent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2AFFA-DDAB-4FE5-D1EA-AB85AA13BAE0}"/>
              </a:ext>
            </a:extLst>
          </p:cNvPr>
          <p:cNvSpPr txBox="1"/>
          <p:nvPr/>
        </p:nvSpPr>
        <p:spPr>
          <a:xfrm>
            <a:off x="4615619" y="3787990"/>
            <a:ext cx="60960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BE" sz="1800" b="1" dirty="0">
                <a:solidFill>
                  <a:schemeClr val="tx1"/>
                </a:solidFill>
                <a:effectLst/>
                <a:latin typeface="+mn-lt"/>
              </a:rPr>
              <a:t>YBIYRI (You Build It, You Run It)</a:t>
            </a:r>
            <a:r>
              <a:rPr lang="en-BE" sz="1800" dirty="0">
                <a:solidFill>
                  <a:schemeClr val="tx1"/>
                </a:solidFill>
                <a:effectLst/>
                <a:latin typeface="+mn-lt"/>
              </a:rPr>
              <a:t> </a:t>
            </a:r>
            <a:endParaRPr lang="en-BE" sz="825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73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CD2F2-29BB-53CC-39E2-D84CDD1CB652}"/>
              </a:ext>
            </a:extLst>
          </p:cNvPr>
          <p:cNvSpPr txBox="1"/>
          <p:nvPr/>
        </p:nvSpPr>
        <p:spPr>
          <a:xfrm>
            <a:off x="1694822" y="1954237"/>
            <a:ext cx="8802355" cy="29495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1500"/>
              </a:spcBef>
              <a:buNone/>
            </a:pPr>
            <a:r>
              <a:rPr lang="en-BE" sz="2000" b="1" spc="-20" dirty="0">
                <a:solidFill>
                  <a:srgbClr val="242424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Production guardrails that paid off</a:t>
            </a:r>
            <a:endParaRPr lang="en-BE" sz="2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ts val="2400"/>
              </a:lnSpc>
              <a:spcBef>
                <a:spcPts val="113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BE" sz="1800" b="1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Deterministic prompts.</a:t>
            </a:r>
            <a:r>
              <a:rPr lang="en-BE" sz="18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 Store system prompts in versioned files. Diff them like code.</a:t>
            </a:r>
            <a:endParaRPr lang="en-BE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ts val="2400"/>
              </a:lnSpc>
              <a:spcBef>
                <a:spcPts val="137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BE" sz="1800" b="1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Strict grounding.</a:t>
            </a:r>
            <a:r>
              <a:rPr lang="en-BE" sz="18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 Force the model to say “I do not know” when context is empty. Stakeholders trust the results.</a:t>
            </a:r>
            <a:endParaRPr lang="en-BE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ts val="2400"/>
              </a:lnSpc>
              <a:spcBef>
                <a:spcPts val="137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BE" sz="1800" b="1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Human in the loop for risky actions.</a:t>
            </a:r>
            <a:r>
              <a:rPr lang="en-BE" sz="18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ptos" panose="020B0004020202020204" pitchFamily="34" charset="0"/>
              </a:rPr>
              <a:t> Keep tools read-only by default. Require explicit flags for write operations.</a:t>
            </a:r>
            <a:endParaRPr lang="en-BE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BE" sz="14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BE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5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diagram illustrates a complex workflow system involving various components like agents, services, databases, and subscribers, all connected through a Business Process Model and Notation (BPMN) flow.&#10;&#10;AI-generated content may be incorrect.">
            <a:extLst>
              <a:ext uri="{FF2B5EF4-FFF2-40B4-BE49-F238E27FC236}">
                <a16:creationId xmlns:a16="http://schemas.microsoft.com/office/drawing/2014/main" id="{FB5F4D54-2053-1CB3-06E7-63C8A75BD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71" y="0"/>
            <a:ext cx="788888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0A44CA-5F38-E3D9-C3A4-9B1EDD578B98}"/>
              </a:ext>
            </a:extLst>
          </p:cNvPr>
          <p:cNvSpPr txBox="1"/>
          <p:nvPr/>
        </p:nvSpPr>
        <p:spPr>
          <a:xfrm>
            <a:off x="330601" y="294968"/>
            <a:ext cx="2049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3600" dirty="0"/>
              <a:t>Extreme :</a:t>
            </a:r>
          </a:p>
        </p:txBody>
      </p:sp>
      <p:pic>
        <p:nvPicPr>
          <p:cNvPr id="5" name="Picture 4" descr="BPMN&#10;&#10;AI-generated content may be incorrect.">
            <a:extLst>
              <a:ext uri="{FF2B5EF4-FFF2-40B4-BE49-F238E27FC236}">
                <a16:creationId xmlns:a16="http://schemas.microsoft.com/office/drawing/2014/main" id="{9A9BF0D2-03D8-E1AC-4231-076D29939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1" y="2926709"/>
            <a:ext cx="1300046" cy="1004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D98D0D-478A-91D3-9BE5-840E9C2DEA93}"/>
              </a:ext>
            </a:extLst>
          </p:cNvPr>
          <p:cNvSpPr txBox="1"/>
          <p:nvPr/>
        </p:nvSpPr>
        <p:spPr>
          <a:xfrm>
            <a:off x="172639" y="3885123"/>
            <a:ext cx="2520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Forcing deterministic behaviour for certain tools/actions by using a strict defined workflow.</a:t>
            </a:r>
          </a:p>
        </p:txBody>
      </p:sp>
    </p:spTree>
    <p:extLst>
      <p:ext uri="{BB962C8B-B14F-4D97-AF65-F5344CB8AC3E}">
        <p14:creationId xmlns:p14="http://schemas.microsoft.com/office/powerpoint/2010/main" val="377745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B8A18-872F-F3BA-D519-44017A5049E2}"/>
              </a:ext>
            </a:extLst>
          </p:cNvPr>
          <p:cNvSpPr txBox="1"/>
          <p:nvPr/>
        </p:nvSpPr>
        <p:spPr>
          <a:xfrm>
            <a:off x="180698" y="107863"/>
            <a:ext cx="1899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3600" dirty="0"/>
              <a:t>Metrics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4B8EF-FD62-6436-74D1-C15375133164}"/>
              </a:ext>
            </a:extLst>
          </p:cNvPr>
          <p:cNvSpPr txBox="1"/>
          <p:nvPr/>
        </p:nvSpPr>
        <p:spPr>
          <a:xfrm>
            <a:off x="1984917" y="1918010"/>
            <a:ext cx="856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DORA</a:t>
            </a:r>
          </a:p>
          <a:p>
            <a:r>
              <a:rPr lang="en-BE" dirty="0"/>
              <a:t>SPACE</a:t>
            </a:r>
          </a:p>
        </p:txBody>
      </p:sp>
      <p:pic>
        <p:nvPicPr>
          <p:cNvPr id="4" name="Picture 3" descr="DORA Metrics">
            <a:extLst>
              <a:ext uri="{FF2B5EF4-FFF2-40B4-BE49-F238E27FC236}">
                <a16:creationId xmlns:a16="http://schemas.microsoft.com/office/drawing/2014/main" id="{CFD549A2-9517-ED0E-7408-F36A861DE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8" y="926689"/>
            <a:ext cx="5872318" cy="3523391"/>
          </a:xfrm>
          <a:prstGeom prst="rect">
            <a:avLst/>
          </a:prstGeom>
        </p:spPr>
      </p:pic>
      <p:pic>
        <p:nvPicPr>
          <p:cNvPr id="5" name="Picture 4" descr="SPACE metrics">
            <a:extLst>
              <a:ext uri="{FF2B5EF4-FFF2-40B4-BE49-F238E27FC236}">
                <a16:creationId xmlns:a16="http://schemas.microsoft.com/office/drawing/2014/main" id="{61C5B19F-8874-B437-E22A-F42F05CA4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16" y="926689"/>
            <a:ext cx="5872316" cy="3523389"/>
          </a:xfrm>
          <a:prstGeom prst="rect">
            <a:avLst/>
          </a:prstGeom>
        </p:spPr>
      </p:pic>
      <p:pic>
        <p:nvPicPr>
          <p:cNvPr id="7" name="Picture 6" descr="The image illustrates a comparison of different types of metrics used in DevOps, highlighting various aspects like delivery performance, productivity, stability, and well-being, and categorizing them based on different scopes such as team, organizational, and individual levels.&#10;&#10;AI-generated content may be incorrect.">
            <a:extLst>
              <a:ext uri="{FF2B5EF4-FFF2-40B4-BE49-F238E27FC236}">
                <a16:creationId xmlns:a16="http://schemas.microsoft.com/office/drawing/2014/main" id="{A28DE463-6A2A-9878-7129-C7498E2DE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509" y="4450078"/>
            <a:ext cx="7055213" cy="2273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720FB5-3849-EA6A-3DEA-FC7533767958}"/>
              </a:ext>
            </a:extLst>
          </p:cNvPr>
          <p:cNvSpPr txBox="1"/>
          <p:nvPr/>
        </p:nvSpPr>
        <p:spPr>
          <a:xfrm>
            <a:off x="4192198" y="557357"/>
            <a:ext cx="1903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dirty="0"/>
              <a:t>https://dora.dev/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895BC-73C1-026B-468F-53C4181D47BF}"/>
              </a:ext>
            </a:extLst>
          </p:cNvPr>
          <p:cNvSpPr txBox="1"/>
          <p:nvPr/>
        </p:nvSpPr>
        <p:spPr>
          <a:xfrm>
            <a:off x="8858865" y="530354"/>
            <a:ext cx="344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dirty="0"/>
              <a:t>https://space-framework.com/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69EC6-62CE-B5C5-DB6C-BAF8E045BE9A}"/>
              </a:ext>
            </a:extLst>
          </p:cNvPr>
          <p:cNvSpPr txBox="1"/>
          <p:nvPr/>
        </p:nvSpPr>
        <p:spPr>
          <a:xfrm>
            <a:off x="142568" y="4450080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Google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3F287-EC7E-DAE9-0FA0-3B22A2BDDAD0}"/>
              </a:ext>
            </a:extLst>
          </p:cNvPr>
          <p:cNvSpPr txBox="1"/>
          <p:nvPr/>
        </p:nvSpPr>
        <p:spPr>
          <a:xfrm>
            <a:off x="10244368" y="4555500"/>
            <a:ext cx="188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Microsoft/</a:t>
            </a:r>
            <a:r>
              <a:rPr lang="en-BE" dirty="0" err="1"/>
              <a:t>Github</a:t>
            </a:r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2E4D5-C331-572F-9A37-CFAEDB6DE749}"/>
              </a:ext>
            </a:extLst>
          </p:cNvPr>
          <p:cNvSpPr txBox="1"/>
          <p:nvPr/>
        </p:nvSpPr>
        <p:spPr>
          <a:xfrm>
            <a:off x="1130637" y="899686"/>
            <a:ext cx="3891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b="1" i="1" dirty="0"/>
              <a:t>DevOps Research and Assessment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98518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94C46-0D5F-C620-0A75-C9C8CCEB5210}"/>
              </a:ext>
            </a:extLst>
          </p:cNvPr>
          <p:cNvSpPr txBox="1"/>
          <p:nvPr/>
        </p:nvSpPr>
        <p:spPr>
          <a:xfrm>
            <a:off x="568712" y="624468"/>
            <a:ext cx="801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 err="1"/>
              <a:t>Mijn</a:t>
            </a:r>
            <a:r>
              <a:rPr lang="en-BE" dirty="0"/>
              <a:t> </a:t>
            </a:r>
            <a:r>
              <a:rPr lang="en-BE" dirty="0" err="1"/>
              <a:t>persoonlijke</a:t>
            </a:r>
            <a:r>
              <a:rPr lang="en-BE" dirty="0"/>
              <a:t> </a:t>
            </a:r>
            <a:r>
              <a:rPr lang="en-BE" dirty="0" err="1"/>
              <a:t>methode</a:t>
            </a:r>
            <a:r>
              <a:rPr lang="en-BE" dirty="0"/>
              <a:t>, </a:t>
            </a:r>
            <a:r>
              <a:rPr lang="en-BE" dirty="0" err="1"/>
              <a:t>meten</a:t>
            </a:r>
            <a:r>
              <a:rPr lang="en-BE" dirty="0"/>
              <a:t> is </a:t>
            </a:r>
            <a:r>
              <a:rPr lang="en-BE" dirty="0" err="1"/>
              <a:t>weten</a:t>
            </a:r>
            <a:r>
              <a:rPr lang="en-BE" dirty="0"/>
              <a:t>, maar </a:t>
            </a:r>
            <a:r>
              <a:rPr lang="en-BE" dirty="0" err="1"/>
              <a:t>statistiek</a:t>
            </a:r>
            <a:r>
              <a:rPr lang="en-BE" dirty="0"/>
              <a:t> is maar </a:t>
            </a:r>
            <a:r>
              <a:rPr lang="en-BE" dirty="0" err="1"/>
              <a:t>statistiek</a:t>
            </a:r>
            <a:r>
              <a:rPr lang="en-BE" dirty="0"/>
              <a:t>...: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005E0-0FF7-A6B3-D4C8-A6B03728638F}"/>
              </a:ext>
            </a:extLst>
          </p:cNvPr>
          <p:cNvSpPr txBox="1"/>
          <p:nvPr/>
        </p:nvSpPr>
        <p:spPr>
          <a:xfrm>
            <a:off x="1305778" y="1812576"/>
            <a:ext cx="958044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7200" dirty="0"/>
              <a:t>Stap 1: Luister &amp; </a:t>
            </a:r>
            <a:r>
              <a:rPr lang="en-BE" sz="7200" dirty="0" err="1"/>
              <a:t>Noteer</a:t>
            </a:r>
            <a:endParaRPr lang="en-BE" sz="7200" dirty="0"/>
          </a:p>
          <a:p>
            <a:r>
              <a:rPr lang="en-BE" sz="7200" dirty="0"/>
              <a:t>Stap 2: </a:t>
            </a:r>
            <a:r>
              <a:rPr lang="en-BE" sz="7200" dirty="0" err="1"/>
              <a:t>Implementeer</a:t>
            </a:r>
            <a:r>
              <a:rPr lang="en-BE" sz="7200" dirty="0"/>
              <a:t> </a:t>
            </a:r>
          </a:p>
          <a:p>
            <a:r>
              <a:rPr lang="en-BE" sz="7200" dirty="0"/>
              <a:t>               &amp; </a:t>
            </a:r>
            <a:r>
              <a:rPr lang="en-BE" sz="7200" dirty="0" err="1"/>
              <a:t>Inspireer</a:t>
            </a:r>
            <a:endParaRPr lang="en-BE" sz="7200" dirty="0"/>
          </a:p>
          <a:p>
            <a:endParaRPr lang="en-BE" sz="7200" dirty="0"/>
          </a:p>
        </p:txBody>
      </p:sp>
    </p:spTree>
    <p:extLst>
      <p:ext uri="{BB962C8B-B14F-4D97-AF65-F5344CB8AC3E}">
        <p14:creationId xmlns:p14="http://schemas.microsoft.com/office/powerpoint/2010/main" val="119118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llustrates a timeline of key milestones in the evolution of coding, starting from 1940 and leading up to the present, including various technologies and concepts such as high-level languages, search, pair programming, agency, and driving engineering in programming.&#10;&#10;AI-generated content may be incorrect.">
            <a:extLst>
              <a:ext uri="{FF2B5EF4-FFF2-40B4-BE49-F238E27FC236}">
                <a16:creationId xmlns:a16="http://schemas.microsoft.com/office/drawing/2014/main" id="{DC447682-4A4D-9848-190D-C2227F3B9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"/>
            <a:ext cx="10286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02E60A-6122-EDFC-2ED9-AF7E6CD79FBE}"/>
              </a:ext>
            </a:extLst>
          </p:cNvPr>
          <p:cNvSpPr txBox="1"/>
          <p:nvPr/>
        </p:nvSpPr>
        <p:spPr>
          <a:xfrm>
            <a:off x="1897440" y="5792910"/>
            <a:ext cx="8158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sz="2400" dirty="0"/>
              <a:t>GenAI Software Engineers = Story tellers and Code reviewers</a:t>
            </a:r>
          </a:p>
          <a:p>
            <a:pPr algn="ctr"/>
            <a:r>
              <a:rPr lang="en-BE" sz="2400" dirty="0"/>
              <a:t>DevEx should be adapted to this change in scenery</a:t>
            </a:r>
          </a:p>
        </p:txBody>
      </p:sp>
    </p:spTree>
    <p:extLst>
      <p:ext uri="{BB962C8B-B14F-4D97-AF65-F5344CB8AC3E}">
        <p14:creationId xmlns:p14="http://schemas.microsoft.com/office/powerpoint/2010/main" val="4173095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05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550</Words>
  <Application>Microsoft Office PowerPoint</Application>
  <PresentationFormat>Widescreen</PresentationFormat>
  <Paragraphs>101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Georgia</vt:lpstr>
      <vt:lpstr>Helvetica</vt:lpstr>
      <vt:lpstr>Symbol</vt:lpstr>
      <vt:lpstr>Office Theme</vt:lpstr>
      <vt:lpstr>SDLC &amp; GenAI OR ..?</vt:lpstr>
      <vt:lpstr>PowerPoint Presentation</vt:lpstr>
      <vt:lpstr>SDLC</vt:lpstr>
      <vt:lpstr>PowerPoint Presentation</vt:lpstr>
      <vt:lpstr>Context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Schoeters</dc:creator>
  <cp:lastModifiedBy>Kris Schoeters</cp:lastModifiedBy>
  <cp:revision>1</cp:revision>
  <dcterms:created xsi:type="dcterms:W3CDTF">2026-10-11T12:42:02Z</dcterms:created>
  <dcterms:modified xsi:type="dcterms:W3CDTF">2026-10-14T07:21:49Z</dcterms:modified>
</cp:coreProperties>
</file>